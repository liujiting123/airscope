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88f66867a3e4934" /><Relationship Type="http://schemas.openxmlformats.org/officeDocument/2006/relationships/extended-properties" Target="/docProps/app.xml" Id="Rf2b228ab44654786" /><Relationship Type="http://schemas.openxmlformats.org/officeDocument/2006/relationships/officeDocument" Target="/ppt/presentation.xml" Id="Rdb7c3e5f5af241f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499488610f420b"/>
  </p:sldMasterIdLst>
  <p:notesMasterIdLst>
    <p:notesMasterId xmlns:r="http://schemas.openxmlformats.org/officeDocument/2006/relationships" r:id="Rf27554d772b44c95"/>
  </p:notesMasterIdLst>
  <p:sldIdLst>
    <p:sldId xmlns:r="http://schemas.openxmlformats.org/officeDocument/2006/relationships" id="256" r:id="R8cd9f612e5684a71"/>
    <p:sldId xmlns:r="http://schemas.openxmlformats.org/officeDocument/2006/relationships" id="257" r:id="R8ce8fcaf00ab4d54"/>
    <p:sldId xmlns:r="http://schemas.openxmlformats.org/officeDocument/2006/relationships" id="258" r:id="R11509aeba4854f9b"/>
    <p:sldId xmlns:r="http://schemas.openxmlformats.org/officeDocument/2006/relationships" id="259" r:id="Re08789a35d4d47da"/>
    <p:sldId xmlns:r="http://schemas.openxmlformats.org/officeDocument/2006/relationships" id="260" r:id="R0d89070a1fb047d1"/>
    <p:sldId xmlns:r="http://schemas.openxmlformats.org/officeDocument/2006/relationships" id="261" r:id="R13ace0d048b049a3"/>
    <p:sldId xmlns:r="http://schemas.openxmlformats.org/officeDocument/2006/relationships" id="262" r:id="Rd23d913fc04340fe"/>
    <p:sldId xmlns:r="http://schemas.openxmlformats.org/officeDocument/2006/relationships" id="263" r:id="R423df87cd10848fc"/>
    <p:sldId xmlns:r="http://schemas.openxmlformats.org/officeDocument/2006/relationships" id="264" r:id="Rf9b0f2941a4b4367"/>
    <p:sldId xmlns:r="http://schemas.openxmlformats.org/officeDocument/2006/relationships" id="265" r:id="Ra6a452c77fd84cb0"/>
    <p:sldId xmlns:r="http://schemas.openxmlformats.org/officeDocument/2006/relationships" id="266" r:id="Rb9401e67494744a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c27418c15045f1" /><Relationship Type="http://schemas.openxmlformats.org/officeDocument/2006/relationships/slideMaster" Target="/ppt/slideMasters/slideMaster1.xml" Id="R88499488610f420b" /><Relationship Type="http://schemas.openxmlformats.org/officeDocument/2006/relationships/notesMaster" Target="/ppt/notesMasters/notesMaster1.xml" Id="Rf27554d772b44c95" /><Relationship Type="http://schemas.openxmlformats.org/officeDocument/2006/relationships/presProps" Target="/ppt/presProps.xml" Id="Re7f9b191e5b2427e" /><Relationship Type="http://schemas.openxmlformats.org/officeDocument/2006/relationships/tableStyles" Target="/ppt/tableStyles.xml" Id="Rd4cb3c0370a94e9e" /><Relationship Type="http://schemas.openxmlformats.org/officeDocument/2006/relationships/slide" Target="/ppt/slides/slide1.xml" Id="R8cd9f612e5684a71" /><Relationship Type="http://schemas.openxmlformats.org/officeDocument/2006/relationships/slide" Target="/ppt/slides/slide2.xml" Id="R8ce8fcaf00ab4d54" /><Relationship Type="http://schemas.openxmlformats.org/officeDocument/2006/relationships/slide" Target="/ppt/slides/slide3.xml" Id="R11509aeba4854f9b" /><Relationship Type="http://schemas.openxmlformats.org/officeDocument/2006/relationships/slide" Target="/ppt/slides/slide4.xml" Id="Re08789a35d4d47da" /><Relationship Type="http://schemas.openxmlformats.org/officeDocument/2006/relationships/slide" Target="/ppt/slides/slide5.xml" Id="R0d89070a1fb047d1" /><Relationship Type="http://schemas.openxmlformats.org/officeDocument/2006/relationships/slide" Target="/ppt/slides/slide6.xml" Id="R13ace0d048b049a3" /><Relationship Type="http://schemas.openxmlformats.org/officeDocument/2006/relationships/slide" Target="/ppt/slides/slide7.xml" Id="Rd23d913fc04340fe" /><Relationship Type="http://schemas.openxmlformats.org/officeDocument/2006/relationships/slide" Target="/ppt/slides/slide8.xml" Id="R423df87cd10848fc" /><Relationship Type="http://schemas.openxmlformats.org/officeDocument/2006/relationships/slide" Target="/ppt/slides/slide9.xml" Id="Rf9b0f2941a4b4367" /><Relationship Type="http://schemas.openxmlformats.org/officeDocument/2006/relationships/slide" Target="/ppt/slides/slide10.xml" Id="Ra6a452c77fd84cb0" /><Relationship Type="http://schemas.openxmlformats.org/officeDocument/2006/relationships/slide" Target="/ppt/slides/slide11.xml" Id="Rb9401e67494744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a2c5ac4907f471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3ec4db93814c87" /><Relationship Type="http://schemas.openxmlformats.org/officeDocument/2006/relationships/notesMaster" Target="/ppt/notesMasters/notesMaster1.xml" Id="R2cd8e7e7073a46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f18bcf485d64f7c" /><Relationship Type="http://schemas.openxmlformats.org/officeDocument/2006/relationships/notesMaster" Target="/ppt/notesMasters/notesMaster1.xml" Id="R95e566b53e9c40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fd82eb665994bf7" /><Relationship Type="http://schemas.openxmlformats.org/officeDocument/2006/relationships/notesMaster" Target="/ppt/notesMasters/notesMaster1.xml" Id="R0eec77e55e4d4ff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17fd838d4b4762" /><Relationship Type="http://schemas.openxmlformats.org/officeDocument/2006/relationships/notesMaster" Target="/ppt/notesMasters/notesMaster1.xml" Id="Rbac7353c7df04d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42ca18622a4eb1" /><Relationship Type="http://schemas.openxmlformats.org/officeDocument/2006/relationships/notesMaster" Target="/ppt/notesMasters/notesMaster1.xml" Id="R1dceea055f9b44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4af70a756d42db" /><Relationship Type="http://schemas.openxmlformats.org/officeDocument/2006/relationships/notesMaster" Target="/ppt/notesMasters/notesMaster1.xml" Id="R865fdd2e548d47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6f3135d04d8423e" /><Relationship Type="http://schemas.openxmlformats.org/officeDocument/2006/relationships/notesMaster" Target="/ppt/notesMasters/notesMaster1.xml" Id="Ra3dcd9392fb346c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432d4c2b3f041c4" /><Relationship Type="http://schemas.openxmlformats.org/officeDocument/2006/relationships/notesMaster" Target="/ppt/notesMasters/notesMaster1.xml" Id="R69c926a1db88449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0a361e3fea24b26" /><Relationship Type="http://schemas.openxmlformats.org/officeDocument/2006/relationships/notesMaster" Target="/ppt/notesMasters/notesMaster1.xml" Id="R0074dc84e3e449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a9555476437415c" /><Relationship Type="http://schemas.openxmlformats.org/officeDocument/2006/relationships/notesMaster" Target="/ppt/notesMasters/notesMaster1.xml" Id="Rd40e94a26ad6475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9914e8c0407473d" /><Relationship Type="http://schemas.openxmlformats.org/officeDocument/2006/relationships/notesMaster" Target="/ppt/notesMasters/notesMaster1.xml" Id="Re34ea3e7952940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作品使用2024年真实空气质量数据，由DeepSeek Flash理解问题并发起原生工具调用，数据读取、清洗、聚合、国标判断和绘图在本机执行。右图来自实际运行界面，非效果图。数据：data/source.json；实际运行：outputs/20261019-084257-b878bfbf/result.json。来源 https://quotsoft.net/air/ 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需求理解按题目给出的三类提问讲，不停留在功能列表。A是年均排名与月度趋势，B是省级聚合和超标占比，C是时间范围和臭氧特定平均周期。展示自然语言到实际统计输出的完整链路。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此图对应真实代码 airq/llm_agent.py：模型以用户问题、历史消息和工具返回为上下文，自主生成 tool_calls 的工具名与参数；本地服务执行并把 observation 返回给模型。六类原生工具为 get_dataset_info、clean_data、get_standard、analyze_air_quality、validate_result、render_visualization。统计和原始CSV/SQLite数据在本机；模型可以继续调用或输出最终答复。绿色表示工具请求，蓝色表示结果反馈，赭色表示循环结束后的最终输出。图中输出小柱形仅作为图表对象的符号；真实统计值在第6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本页读取真实trace，而非排版编造的工具流程。调用顺序为get_dataset_info、clean_data、analyze_air_quality、validate_result、render_visualization；应用export_result为收尾，未计入五次模型调用。来源 outputs/20261019-084257-b878bfbf/result.json，逐步耗时直接从duration_ms读取；总耗时包含模型往返。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数据来源 https://quotsoft.net/air/ 。367个日源文件包含2025-01-01边界文件，用于2024-12-31的自然日日均；不是367个分析日期。data/source.json记录375个候选地区列，排除33个全年六项有效日报值全空地区，保留342地区与每地区366个日期。airq/data.py默认chunk_size=5000，不一次性载入全部原始行。PM2.5有效123310、缺测1862，合计125172。当前标准化日CSV负值及重复为0，不能声称从原始归档清除了相同计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标准官方原文 https://www.mee.gov.cn/ywgz/fgbz/bz/bzwb/dqhjbh/dqhjzlbz/201203/W020250407403788086276.pdf 。PM2.5、PM10、SO2、NO2、CO的日统计是24小时平均，O3是日最大8小时平均。HJ663-2013允许不足14有效O3窗口但最大8小时超过160的日值仍有效，详见项目data/source.json。月均曲线属于描述统计，不套用年均或日均限值作月达标判断。代码 airq/standards.py 与 airq/analysis.py，年度、季度、月度均按有效日记录聚合。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数据源为 outputs/20261019-084257-b878bfbf/result.json 的 analyses[0]。排名为和田地区88.39、喀什地区60.27、克孜勒苏柯尔克孜自治州53.67、安阳50.53、鹤壁50.27。每个地区361有效日，annual_complete=true。右侧使用完整12个月×5条series绘图。图表呈现区域与时段差异，为后续持续监测提供线索，不作污染因果归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 .qa/deepseek-acceptance.json 中province真实API结果，或outputs/20261019-084448-dc7607a4/result.json。31组全部返回；图中展示率最高6组，河南15.97%、新疆12.24%、河北10.50%、陕西10.33%、湖北8.83%、天津8.59%。全部有效城市日123310，超标7044，未超标116266，超标率5.71%。该比例的统计单位为有效城市日，不能把它写成全省空气质量法定达标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臭氧结果来自 outputs/20261019-084453-4228aa85/result.json：33超标日、89有效日、3缺测日、37.08%。日历图从同一次分析对应的data/raw/air_quality_2024.csv北京6—8月O3_8h字段逐日绘制，6月21/30，7月10/30，8月2/29。背景颜色严格对应有效浓度&gt;160、&lt;=160、空值。深色横条展示新版内置价值引导，随实际分析结果呈现，不设独立弹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来源：followup真实结果 outputs/20261019-084443-1d6fd231/result.json；5城集合与上轮Top5严格一致。PM10合计624/1802=34.63%。多指标来源 outputs/20261019-084456-ae5f275b/result.json；北京上海PM2.5均0/90，北京PM10 1/90，上海PM10 0/90。两次统计和两次绘图均由模型发起，独立analyses与downloads保留全部结果，前端页签验证通过。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测试依据 docs/测试证据.md 与 .qa/tests-deepseek.txt：30项定向测试通过，不声称代码覆盖率100%。真实API测试与受控模型mock集成测试分开记录；实际目标验证环境为macOS Python3.14和Chrome。Windows提供启动.bat，尚未在Windows机器实测。代码模块各自职责清晰，源码包含注释。交付包括README、requirements.txt、真实日CSV、source.json、取数脚本、PPT、讲稿、测试证据；组内包已配置API，GitHub只放无密钥源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da904d0cbc44c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80c61bb4634fa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27b9edcfac40d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3c6372bc59483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4c6af27755443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0b5bff734e4d9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A743AE8-A6B9-40DA-98F2-1BBEB2CDA8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DE9A184-8351-499A-AAD8-307E4DD0036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3976B36-2A23-4898-8BFE-D1874E3FFB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2424404-C273-4B5A-BF8F-0267ECDDFE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9FCAD1B-6E53-4676-ADF5-1FF786AA75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7850788-E921-490F-AF8E-874EE98017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C373B3B-A5CD-41AF-B948-5CB45DEAE8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F488CCF-A57A-4F43-892C-4E5C604CD90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58FA827-270A-4B66-9816-8CBE8CADEB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005C281-B70E-4361-BC21-91C00AC629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36b7db8516749e7" /><Relationship Type="http://schemas.openxmlformats.org/officeDocument/2006/relationships/slideLayout" Target="/ppt/slideLayouts/slideLayout1.xml" Id="Rc78ee6191d534831" /><Relationship Type="http://schemas.openxmlformats.org/officeDocument/2006/relationships/slideLayout" Target="/ppt/slideLayouts/slideLayout2.xml" Id="Ra6c80a605b8e4871" /><Relationship Type="http://schemas.openxmlformats.org/officeDocument/2006/relationships/slideLayout" Target="/ppt/slideLayouts/slideLayout3.xml" Id="R46f5e1568120448c" /><Relationship Type="http://schemas.openxmlformats.org/officeDocument/2006/relationships/slideLayout" Target="/ppt/slideLayouts/slideLayout4.xml" Id="R3f5785a8baf340e4" /><Relationship Type="http://schemas.openxmlformats.org/officeDocument/2006/relationships/slideLayout" Target="/ppt/slideLayouts/slideLayout5.xml" Id="R45d2b4726e8e49d5" /><Relationship Type="http://schemas.openxmlformats.org/officeDocument/2006/relationships/slideLayout" Target="/ppt/slideLayouts/slideLayout6.xml" Id="R6ad428cfacb848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8ee6191d534831"/>
    <p:sldLayoutId xmlns:r="http://schemas.openxmlformats.org/officeDocument/2006/relationships" id="2147483650" r:id="Ra6c80a605b8e4871"/>
    <p:sldLayoutId xmlns:r="http://schemas.openxmlformats.org/officeDocument/2006/relationships" id="2147483651" r:id="R46f5e1568120448c"/>
    <p:sldLayoutId xmlns:r="http://schemas.openxmlformats.org/officeDocument/2006/relationships" id="2147483652" r:id="R3f5785a8baf340e4"/>
    <p:sldLayoutId xmlns:r="http://schemas.openxmlformats.org/officeDocument/2006/relationships" id="2147483653" r:id="R45d2b4726e8e49d5"/>
    <p:sldLayoutId xmlns:r="http://schemas.openxmlformats.org/officeDocument/2006/relationships" id="2147483654" r:id="R6ad428cfacb848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88d7d223a34556" /><Relationship Type="http://schemas.openxmlformats.org/officeDocument/2006/relationships/image" Target="/ppt/media/image.png" Id="R905622c547b34c1e" /><Relationship Type="http://schemas.openxmlformats.org/officeDocument/2006/relationships/notesSlide" Target="/ppt/notesSlides/notesSlide1.xml" Id="Rad825e30db31472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7f269716554b0d" /><Relationship Type="http://schemas.openxmlformats.org/officeDocument/2006/relationships/notesSlide" Target="/ppt/notesSlides/notesSlide2.xml" Id="R74470ac1a13b48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32ca808eda4aab" /><Relationship Type="http://schemas.openxmlformats.org/officeDocument/2006/relationships/notesSlide" Target="/ppt/notesSlides/notesSlide3.xml" Id="R6a5ff2bd9b3f45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e7cb72a15b4e6b" /><Relationship Type="http://schemas.openxmlformats.org/officeDocument/2006/relationships/notesSlide" Target="/ppt/notesSlides/notesSlide4.xml" Id="Rc3d966249a7f43e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82e139c95248fc" /><Relationship Type="http://schemas.openxmlformats.org/officeDocument/2006/relationships/notesSlide" Target="/ppt/notesSlides/notesSlide5.xml" Id="R0429677157614fe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c85761424e4c17" /><Relationship Type="http://schemas.openxmlformats.org/officeDocument/2006/relationships/notesSlide" Target="/ppt/notesSlides/notesSlide6.xml" Id="Ra712a036f57d4e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f847f5886c4f3c" /><Relationship Type="http://schemas.openxmlformats.org/officeDocument/2006/relationships/notesSlide" Target="/ppt/notesSlides/notesSlide7.xml" Id="R8c02f9d519f2451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cc1951e2a6455d" /><Relationship Type="http://schemas.openxmlformats.org/officeDocument/2006/relationships/notesSlide" Target="/ppt/notesSlides/notesSlide8.xml" Id="Rd24155c387f4411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cef694d00c4be8" /><Relationship Type="http://schemas.openxmlformats.org/officeDocument/2006/relationships/notesSlide" Target="/ppt/notesSlides/notesSlide9.xml" Id="Rbd0919414c2043d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72ac8de7934729" /><Relationship Type="http://schemas.openxmlformats.org/officeDocument/2006/relationships/notesSlide" Target="/ppt/notesSlides/notesSlide10.xml" Id="R446448d57c054ed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9cc8dd59b24e53" /><Relationship Type="http://schemas.openxmlformats.org/officeDocument/2006/relationships/notesSlide" Target="/ppt/notesSlides/notesSlide11.xml" Id="R956a262d9573436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3D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1">
            <a:extLst xmlns:a="http://schemas.openxmlformats.org/drawingml/2006/main">
              <a:ext uri="{FF2B5EF4-FFF2-40B4-BE49-F238E27FC236}">
                <a16:creationId xmlns:a16="http://schemas.microsoft.com/office/drawing/2014/main" id="{357B7A56-BFEA-4990-9DE9-F8B96B988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清穹</a:t>
            </a:r>
          </a:p>
          <a:p xmlns:a="http://schemas.openxmlformats.org/drawingml/2006/main">
            <a: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AirScope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3ED4FFFA-A20C-4143-994B-D40418C6C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8607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C1E4D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325" b="0">
                <a:solidFill>
                  <a:srgbClr val="C1E4D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325" b="0">
                <a:solidFill>
                  <a:srgbClr val="C1E4D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325" b="0">
                <a:solidFill>
                  <a:srgbClr val="C1E4D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325" b="0">
                <a:solidFill>
                  <a:srgbClr val="C1E4D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325" b="0">
                <a:solidFill>
                  <a:srgbClr val="C1E4D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325" b="0">
                <a:solidFill>
                  <a:srgbClr val="C1E4D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325" b="0">
                <a:solidFill>
                  <a:srgbClr val="C1E4D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325" b="0">
                <a:solidFill>
                  <a:srgbClr val="C1E4D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325" b="0">
                <a:solidFill>
                  <a:srgbClr val="C1E4D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C1E4D6"/>
                </a:solidFill>
                <a:latin typeface="PingFang SC"/>
                <a:ea typeface="PingFang SC"/>
                <a:cs typeface="PingFang SC"/>
              </a:defRPr>
            </a:pPr>
            <a:r>
              <a:rPr sz="2325" b="0">
                <a:solidFill>
                  <a:srgbClr val="C1E4D6"/>
                </a:solidFill>
                <a:latin typeface="PingFang SC"/>
                <a:ea typeface="PingFang SC"/>
                <a:cs typeface="PingFang SC"/>
              </a:rPr>
              <a:t>空气质量时序分析 Agent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41BFB7C4-8C56-418B-941E-70CE7F260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71875"/>
            <a:ext cx="514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自然语言提问 → 模型调度</a:t>
            </a:r>
          </a:p>
          <a:p xmlns:a="http://schemas.openxmlformats.org/drawingml/2006/main">
            <a: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本地统计 → 国标研判 → 图表与报告</a:t>
            </a:r>
          </a:p>
        </p:txBody>
      </p:sp>
      <p:sp>
        <p:nvSpPr>
          <p:cNvPr id="4" name="rect-4">
            <a:extLst xmlns:a="http://schemas.openxmlformats.org/drawingml/2006/main">
              <a:ext uri="{FF2B5EF4-FFF2-40B4-BE49-F238E27FC236}">
                <a16:creationId xmlns:a16="http://schemas.microsoft.com/office/drawing/2014/main" id="{1E49514C-545D-4205-813B-307A6812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171575"/>
            <a:ext cx="53340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E3EBC-9E8E-491E-8C00-2487347494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5622c547b34c1e"/>
          <a:stretch xmlns:a="http://schemas.openxmlformats.org/drawingml/2006/main"/>
        </p:blipFill>
        <p:spPr>
          <a:xfrm xmlns:a="http://schemas.openxmlformats.org/drawingml/2006/main">
            <a:off x="6330661" y="1266825"/>
            <a:ext cx="5112327" cy="3905250"/>
          </a:xfrm>
          <a:prstGeom xmlns:a="http://schemas.openxmlformats.org/drawingml/2006/main" prst="rect">
            <a:avLst/>
          </a:prstGeom>
        </p:spPr>
      </p:pic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62AC654C-6BDA-42EF-B0BE-0F876A3C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33337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342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7F4E84B0-C5C5-4D4B-B5F7-ECF8C997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67425"/>
            <a:ext cx="333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rPr>
              <a:t>个活跃地区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614C3BF1-7AE7-4EB2-8258-1702B71A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448300"/>
            <a:ext cx="33337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125,172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6159644F-6110-4E94-8766-DD7B41A9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6067425"/>
            <a:ext cx="333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rPr>
              <a:t>条城市日记录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65317493-6E08-4CAA-937B-5FB27C7C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448300"/>
            <a:ext cx="33337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3525" b="1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6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9F2352ED-F324-4C2C-A359-9538298DF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6067425"/>
            <a:ext cx="333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B5D3C4"/>
                </a:solidFill>
                <a:latin typeface="PingFang SC"/>
                <a:ea typeface="PingFang SC"/>
                <a:cs typeface="PingFang SC"/>
              </a:rPr>
              <a:t>类原生分析工具</a:t>
            </a:r>
          </a:p>
        </p:txBody>
      </p:sp>
    </p:spTree>
    <p:extLst>
      <p:ext uri="{BB962C8B-B14F-4D97-AF65-F5344CB8AC3E}">
        <p14:creationId xmlns:p14="http://schemas.microsoft.com/office/powerpoint/2010/main" val="2853448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11">
            <a:extLst xmlns:a="http://schemas.openxmlformats.org/drawingml/2006/main">
              <a:ext uri="{FF2B5EF4-FFF2-40B4-BE49-F238E27FC236}">
                <a16:creationId xmlns:a16="http://schemas.microsoft.com/office/drawing/2014/main" id="{96515A4E-2712-4418-907B-40DFD0E3C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用户提出问题，系统交付结果</a:t>
            </a:r>
          </a:p>
        </p:txBody>
      </p:sp>
      <p:sp>
        <p:nvSpPr>
          <p:cNvPr id="2" name="rect-12">
            <a:extLst xmlns:a="http://schemas.openxmlformats.org/drawingml/2006/main">
              <a:ext uri="{FF2B5EF4-FFF2-40B4-BE49-F238E27FC236}">
                <a16:creationId xmlns:a16="http://schemas.microsoft.com/office/drawing/2014/main" id="{AA15760A-1D95-4FA3-84ED-0627EEC99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9675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13">
            <a:extLst xmlns:a="http://schemas.openxmlformats.org/drawingml/2006/main">
              <a:ext uri="{FF2B5EF4-FFF2-40B4-BE49-F238E27FC236}">
                <a16:creationId xmlns:a16="http://schemas.microsoft.com/office/drawing/2014/main" id="{926FDE83-0DF5-46F9-81C8-FCFDC653C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1093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围绕题目中的三类业务任务，覆盖时序、地域与污染物维度。</a:t>
            </a:r>
          </a:p>
        </p:txBody>
      </p:sp>
      <p:sp>
        <p:nvSpPr>
          <p:cNvPr id="4" name="text-14">
            <a:extLst xmlns:a="http://schemas.openxmlformats.org/drawingml/2006/main">
              <a:ext uri="{FF2B5EF4-FFF2-40B4-BE49-F238E27FC236}">
                <a16:creationId xmlns:a16="http://schemas.microsoft.com/office/drawing/2014/main" id="{131F526D-2937-45B4-B022-1BF2558C9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6286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6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6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6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6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6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6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6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6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6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A</a:t>
            </a:r>
          </a:p>
        </p:txBody>
      </p:sp>
      <p:sp>
        <p:nvSpPr>
          <p:cNvPr id="5" name="text-15">
            <a:extLst xmlns:a="http://schemas.openxmlformats.org/drawingml/2006/main">
              <a:ext uri="{FF2B5EF4-FFF2-40B4-BE49-F238E27FC236}">
                <a16:creationId xmlns:a16="http://schemas.microsoft.com/office/drawing/2014/main" id="{4283991F-41C3-4D56-819D-CE784324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62175"/>
            <a:ext cx="971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找出 2024 年 PM2.5 年均最高的 5 个城市</a:t>
            </a:r>
          </a:p>
        </p:txBody>
      </p:sp>
      <p:sp>
        <p:nvSpPr>
          <p:cNvPr id="6" name="text-16">
            <a:extLst xmlns:a="http://schemas.openxmlformats.org/drawingml/2006/main">
              <a:ext uri="{FF2B5EF4-FFF2-40B4-BE49-F238E27FC236}">
                <a16:creationId xmlns:a16="http://schemas.microsoft.com/office/drawing/2014/main" id="{1B0A10B0-16EF-46D6-BFA5-668873B8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城市排名 + 月度曲线 + 年均国标判断</a:t>
            </a:r>
          </a:p>
        </p:txBody>
      </p:sp>
      <p:sp>
        <p:nvSpPr>
          <p:cNvPr id="7" name="path-17">
            <a:extLst xmlns:a="http://schemas.openxmlformats.org/drawingml/2006/main">
              <a:ext uri="{FF2B5EF4-FFF2-40B4-BE49-F238E27FC236}">
                <a16:creationId xmlns:a16="http://schemas.microsoft.com/office/drawing/2014/main" id="{0FE8AB06-4C91-4E8E-8759-BDC31DD5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09925"/>
            <a:ext cx="9886950" cy="9525"/>
          </a:xfrm>
          <a:custGeom xmlns:a="http://schemas.openxmlformats.org/drawingml/2006/main">
            <a:pathLst>
              <a:path w="9886950" h="9525">
                <a:moveTo>
                  <a:pt x="0" y="0"/>
                </a:moveTo>
                <a:lnTo>
                  <a:pt x="9886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5DED5"/>
            </a:solidFill>
            <a:prstDash val="solid"/>
          </a:ln>
        </p:spPr>
      </p:sp>
      <p:sp>
        <p:nvSpPr>
          <p:cNvPr id="8" name="text-18">
            <a:extLst xmlns:a="http://schemas.openxmlformats.org/drawingml/2006/main">
              <a:ext uri="{FF2B5EF4-FFF2-40B4-BE49-F238E27FC236}">
                <a16:creationId xmlns:a16="http://schemas.microsoft.com/office/drawing/2014/main" id="{FDC8C43B-91C5-404E-8001-B629835D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6286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600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600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600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600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600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600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600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600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600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78964F"/>
                </a:solidFill>
                <a:latin typeface="PingFang SC"/>
                <a:ea typeface="PingFang SC"/>
                <a:cs typeface="PingFang SC"/>
              </a:rPr>
              <a:t>B</a:t>
            </a:r>
          </a:p>
        </p:txBody>
      </p:sp>
      <p:sp>
        <p:nvSpPr>
          <p:cNvPr id="9" name="text-19">
            <a:extLst xmlns:a="http://schemas.openxmlformats.org/drawingml/2006/main">
              <a:ext uri="{FF2B5EF4-FFF2-40B4-BE49-F238E27FC236}">
                <a16:creationId xmlns:a16="http://schemas.microsoft.com/office/drawing/2014/main" id="{E508E34C-40A8-4A3A-B259-D9443E01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29000"/>
            <a:ext cx="971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统计各省份 PM2.5 超标天数占比</a:t>
            </a:r>
          </a:p>
        </p:txBody>
      </p:sp>
      <p:sp>
        <p:nvSpPr>
          <p:cNvPr id="10" name="text-20">
            <a:extLst xmlns:a="http://schemas.openxmlformats.org/drawingml/2006/main">
              <a:ext uri="{FF2B5EF4-FFF2-40B4-BE49-F238E27FC236}">
                <a16:creationId xmlns:a16="http://schemas.microsoft.com/office/drawing/2014/main" id="{557195E2-2FB3-4D52-A798-CA0DA4CE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14775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31 个省级分组 + 超标城市日比例 + 占比图</a:t>
            </a:r>
          </a:p>
        </p:txBody>
      </p:sp>
      <p:sp>
        <p:nvSpPr>
          <p:cNvPr id="11" name="path-21">
            <a:extLst xmlns:a="http://schemas.openxmlformats.org/drawingml/2006/main">
              <a:ext uri="{FF2B5EF4-FFF2-40B4-BE49-F238E27FC236}">
                <a16:creationId xmlns:a16="http://schemas.microsoft.com/office/drawing/2014/main" id="{F4C11086-7DF6-481D-8E78-9EBE31DF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76750"/>
            <a:ext cx="9886950" cy="9525"/>
          </a:xfrm>
          <a:custGeom xmlns:a="http://schemas.openxmlformats.org/drawingml/2006/main">
            <a:pathLst>
              <a:path w="9886950" h="9525">
                <a:moveTo>
                  <a:pt x="0" y="0"/>
                </a:moveTo>
                <a:lnTo>
                  <a:pt x="9886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5DED5"/>
            </a:solidFill>
            <a:prstDash val="solid"/>
          </a:ln>
        </p:spPr>
      </p:sp>
      <p:sp>
        <p:nvSpPr>
          <p:cNvPr id="12" name="text-22">
            <a:extLst xmlns:a="http://schemas.openxmlformats.org/drawingml/2006/main">
              <a:ext uri="{FF2B5EF4-FFF2-40B4-BE49-F238E27FC236}">
                <a16:creationId xmlns:a16="http://schemas.microsoft.com/office/drawing/2014/main" id="{C525FB21-AA25-4E59-89EC-C52C9CC2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95825"/>
            <a:ext cx="6286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600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600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600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600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600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600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600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600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600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BA894B"/>
                </a:solidFill>
                <a:latin typeface="PingFang SC"/>
                <a:ea typeface="PingFang SC"/>
                <a:cs typeface="PingFang SC"/>
              </a:rPr>
              <a:t>C</a:t>
            </a:r>
          </a:p>
        </p:txBody>
      </p:sp>
      <p:sp>
        <p:nvSpPr>
          <p:cNvPr id="13" name="text-23">
            <a:extLst xmlns:a="http://schemas.openxmlformats.org/drawingml/2006/main">
              <a:ext uri="{FF2B5EF4-FFF2-40B4-BE49-F238E27FC236}">
                <a16:creationId xmlns:a16="http://schemas.microsoft.com/office/drawing/2014/main" id="{593A5C7C-193C-41AF-8447-35F19FC83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95825"/>
            <a:ext cx="971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统计北京市夏季臭氧超标总天数</a:t>
            </a:r>
          </a:p>
        </p:txBody>
      </p:sp>
      <p:sp>
        <p:nvSpPr>
          <p:cNvPr id="14" name="text-24">
            <a:extLst xmlns:a="http://schemas.openxmlformats.org/drawingml/2006/main">
              <a:ext uri="{FF2B5EF4-FFF2-40B4-BE49-F238E27FC236}">
                <a16:creationId xmlns:a16="http://schemas.microsoft.com/office/drawing/2014/main" id="{074C9AAB-97E3-4020-83E8-3D4321F45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81600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6—8 月筛选 + 日最大 8 小时口径 + 超标计数</a:t>
            </a:r>
          </a:p>
        </p:txBody>
      </p:sp>
      <p:sp>
        <p:nvSpPr>
          <p:cNvPr id="15" name="text-25">
            <a:extLst xmlns:a="http://schemas.openxmlformats.org/drawingml/2006/main">
              <a:ext uri="{FF2B5EF4-FFF2-40B4-BE49-F238E27FC236}">
                <a16:creationId xmlns:a16="http://schemas.microsoft.com/office/drawing/2014/main" id="{DC18EC69-1237-4257-A4A9-FAD21C97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72225"/>
            <a:ext cx="1091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所有统计源于已下载的本地数据；模型负责拆解任务、选择工具并解释计算结果。</a:t>
            </a:r>
          </a:p>
        </p:txBody>
      </p:sp>
    </p:spTree>
    <p:extLst>
      <p:ext uri="{BB962C8B-B14F-4D97-AF65-F5344CB8AC3E}">
        <p14:creationId xmlns:p14="http://schemas.microsoft.com/office/powerpoint/2010/main" val="1170333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2" name="background">
            <a:extLst xmlns:a="http://schemas.openxmlformats.org/drawingml/2006/main">
              <a:ext uri="{FF2B5EF4-FFF2-40B4-BE49-F238E27FC236}">
                <a16:creationId xmlns:a16="http://schemas.microsoft.com/office/drawing/2014/main" id="{951E67B2-B900-4B94-A84E-1A9F07BC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7A47667-5961-4F4C-BA30-7059F090F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模型决策与本地执行的 ReAct 回路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770AE7B3-BC12-40EC-82EE-1715FF3A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19200"/>
            <a:ext cx="628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1D93871-4F22-4738-AA79-4E9E820BB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192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rPr>
              <a:t>工具请求与结果反馈构成闭环，数值计算始终由本地工具完成。</a:t>
            </a:r>
          </a:p>
        </p:txBody>
      </p:sp>
      <p:sp>
        <p:nvSpPr>
          <p:cNvPr id="5" name="panel-a">
            <a:extLst xmlns:a="http://schemas.openxmlformats.org/drawingml/2006/main">
              <a:ext uri="{FF2B5EF4-FFF2-40B4-BE49-F238E27FC236}">
                <a16:creationId xmlns:a16="http://schemas.microsoft.com/office/drawing/2014/main" id="{DDD97437-2505-4E5C-B07E-E8091969A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95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(a)  任务与会话</a:t>
            </a:r>
          </a:p>
        </p:txBody>
      </p:sp>
      <p:sp>
        <p:nvSpPr>
          <p:cNvPr id="6" name="panel-b">
            <a:extLst xmlns:a="http://schemas.openxmlformats.org/drawingml/2006/main">
              <a:ext uri="{FF2B5EF4-FFF2-40B4-BE49-F238E27FC236}">
                <a16:creationId xmlns:a16="http://schemas.microsoft.com/office/drawing/2014/main" id="{7D7C7A4D-95C7-4884-AF92-F2308164D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895475"/>
            <a:ext cx="3286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(b)  模型决策</a:t>
            </a:r>
          </a:p>
        </p:txBody>
      </p:sp>
      <p:sp>
        <p:nvSpPr>
          <p:cNvPr id="7" name="panel-c">
            <a:extLst xmlns:a="http://schemas.openxmlformats.org/drawingml/2006/main">
              <a:ext uri="{FF2B5EF4-FFF2-40B4-BE49-F238E27FC236}">
                <a16:creationId xmlns:a16="http://schemas.microsoft.com/office/drawing/2014/main" id="{A2830D01-C716-4422-8CED-49C8FFEE5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95475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(c)  本地工具</a:t>
            </a:r>
          </a:p>
        </p:txBody>
      </p:sp>
      <p:sp>
        <p:nvSpPr>
          <p:cNvPr id="8" name="query-document-back">
            <a:extLst xmlns:a="http://schemas.openxmlformats.org/drawingml/2006/main">
              <a:ext uri="{FF2B5EF4-FFF2-40B4-BE49-F238E27FC236}">
                <a16:creationId xmlns:a16="http://schemas.microsoft.com/office/drawing/2014/main" id="{EEBB115F-29CE-4466-BE80-60B5A961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2209800" cy="104775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CBD7D1"/>
            </a:solidFill>
            <a:prstDash val="solid"/>
          </a:ln>
        </p:spPr>
      </p:sp>
      <p:sp>
        <p:nvSpPr>
          <p:cNvPr id="9" name="query-document">
            <a:extLst xmlns:a="http://schemas.openxmlformats.org/drawingml/2006/main">
              <a:ext uri="{FF2B5EF4-FFF2-40B4-BE49-F238E27FC236}">
                <a16:creationId xmlns:a16="http://schemas.microsoft.com/office/drawing/2014/main" id="{8370F00C-D354-4D5A-A9D6-00CEE932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24100"/>
            <a:ext cx="2209800" cy="104775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13335">
            <a:solidFill>
              <a:srgbClr val="CBD7D1"/>
            </a:solidFill>
            <a:prstDash val="solid"/>
          </a:ln>
        </p:spPr>
      </p:sp>
      <p:sp>
        <p:nvSpPr>
          <p:cNvPr id="10" name="query-symbol">
            <a:extLst xmlns:a="http://schemas.openxmlformats.org/drawingml/2006/main">
              <a:ext uri="{FF2B5EF4-FFF2-40B4-BE49-F238E27FC236}">
                <a16:creationId xmlns:a16="http://schemas.microsoft.com/office/drawing/2014/main" id="{693DFE04-23A0-46F0-B8D6-23AAA89E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419350"/>
            <a:ext cx="28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11" name="query-heading">
            <a:extLst xmlns:a="http://schemas.openxmlformats.org/drawingml/2006/main">
              <a:ext uri="{FF2B5EF4-FFF2-40B4-BE49-F238E27FC236}">
                <a16:creationId xmlns:a16="http://schemas.microsoft.com/office/drawing/2014/main" id="{33DBAEDD-FB13-41D6-A82B-DC9DD28DB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438400"/>
            <a:ext cx="1562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自然语言问题</a:t>
            </a:r>
          </a:p>
        </p:txBody>
      </p:sp>
      <p:sp>
        <p:nvSpPr>
          <p:cNvPr id="12" name="query-example">
            <a:extLst xmlns:a="http://schemas.openxmlformats.org/drawingml/2006/main">
              <a:ext uri="{FF2B5EF4-FFF2-40B4-BE49-F238E27FC236}">
                <a16:creationId xmlns:a16="http://schemas.microsoft.com/office/drawing/2014/main" id="{C211A142-754F-4561-BDE3-01E3CF8A9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71775"/>
            <a:ext cx="19240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2024 年 PM2.5 Top 5</a:t>
            </a:r>
          </a:p>
          <a:p xmlns:a="http://schemas.openxmlformats.org/drawingml/2006/main">
            <a: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绘制月度变化曲线</a:t>
            </a:r>
          </a:p>
        </p:txBody>
      </p:sp>
      <p:sp>
        <p:nvSpPr>
          <p:cNvPr id="13" name="query-to-model">
            <a:extLst xmlns:a="http://schemas.openxmlformats.org/drawingml/2006/main">
              <a:ext uri="{FF2B5EF4-FFF2-40B4-BE49-F238E27FC236}">
                <a16:creationId xmlns:a16="http://schemas.microsoft.com/office/drawing/2014/main" id="{92995E38-1A11-4D4F-8BC9-80506622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19400"/>
            <a:ext cx="857250" cy="9525"/>
          </a:xfrm>
          <a:custGeom xmlns:a="http://schemas.openxmlformats.org/drawingml/2006/main">
            <a:pathLst>
              <a:path w="857250" h="9525">
                <a:moveTo>
                  <a:pt x="0" y="0"/>
                </a:moveTo>
                <a:lnTo>
                  <a:pt x="857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83958C"/>
            </a:solidFill>
            <a:prstDash val="solid"/>
          </a:ln>
        </p:spPr>
      </p:sp>
      <p:sp>
        <p:nvSpPr>
          <p:cNvPr id="14" name="query-to-model-arrow">
            <a:extLst xmlns:a="http://schemas.openxmlformats.org/drawingml/2006/main">
              <a:ext uri="{FF2B5EF4-FFF2-40B4-BE49-F238E27FC236}">
                <a16:creationId xmlns:a16="http://schemas.microsoft.com/office/drawing/2014/main" id="{D9B5648D-9951-4F49-92DD-2E3847233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86634"/>
            <a:ext cx="76200" cy="65532"/>
          </a:xfrm>
          <a:custGeom xmlns:a="http://schemas.openxmlformats.org/drawingml/2006/main">
            <a:pathLst>
              <a:path w="76200" h="65532">
                <a:moveTo>
                  <a:pt x="76200" y="32766"/>
                </a:moveTo>
                <a:lnTo>
                  <a:pt x="0" y="6553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83958C"/>
          </a:solidFill>
          <a:ln xmlns:a="http://schemas.openxmlformats.org/drawingml/2006/main" w="4763">
            <a:solidFill>
              <a:srgbClr val="83958C"/>
            </a:solidFill>
            <a:prstDash val="solid"/>
          </a:ln>
        </p:spPr>
      </p:sp>
      <p:sp>
        <p:nvSpPr>
          <p:cNvPr id="15" name="memory-sheet-back">
            <a:extLst xmlns:a="http://schemas.openxmlformats.org/drawingml/2006/main">
              <a:ext uri="{FF2B5EF4-FFF2-40B4-BE49-F238E27FC236}">
                <a16:creationId xmlns:a16="http://schemas.microsoft.com/office/drawing/2014/main" id="{94ECF659-6D0A-4AB6-A311-49D8D2C8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24275"/>
            <a:ext cx="2000250" cy="762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FF3EE"/>
          </a:solidFill>
          <a:ln xmlns:a="http://schemas.openxmlformats.org/drawingml/2006/main" w="9525">
            <a:solidFill>
              <a:srgbClr val="CBD7D1"/>
            </a:solidFill>
            <a:prstDash val="solid"/>
          </a:ln>
        </p:spPr>
      </p:sp>
      <p:sp>
        <p:nvSpPr>
          <p:cNvPr id="16" name="memory-sheet-front">
            <a:extLst xmlns:a="http://schemas.openxmlformats.org/drawingml/2006/main">
              <a:ext uri="{FF2B5EF4-FFF2-40B4-BE49-F238E27FC236}">
                <a16:creationId xmlns:a16="http://schemas.microsoft.com/office/drawing/2014/main" id="{697A7351-367C-4689-82DC-39085A10D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638550"/>
            <a:ext cx="2000250" cy="762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12383">
            <a:solidFill>
              <a:srgbClr val="CBD7D1"/>
            </a:solidFill>
            <a:prstDash val="solid"/>
          </a:ln>
        </p:spPr>
      </p:sp>
      <p:sp>
        <p:nvSpPr>
          <p:cNvPr id="17" name="memory-symbol">
            <a:extLst xmlns:a="http://schemas.openxmlformats.org/drawingml/2006/main">
              <a:ext uri="{FF2B5EF4-FFF2-40B4-BE49-F238E27FC236}">
                <a16:creationId xmlns:a16="http://schemas.microsoft.com/office/drawing/2014/main" id="{54152EC7-D1CA-43DC-B755-F237F1636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rPr>
              <a:t>Hₜ</a:t>
            </a:r>
          </a:p>
        </p:txBody>
      </p:sp>
      <p:sp>
        <p:nvSpPr>
          <p:cNvPr id="18" name="memory-heading">
            <a:extLst xmlns:a="http://schemas.openxmlformats.org/drawingml/2006/main">
              <a:ext uri="{FF2B5EF4-FFF2-40B4-BE49-F238E27FC236}">
                <a16:creationId xmlns:a16="http://schemas.microsoft.com/office/drawing/2014/main" id="{D9CF8B29-6528-45C7-BD4A-2662C6021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52850"/>
            <a:ext cx="1200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会话上下文</a:t>
            </a:r>
          </a:p>
        </p:txBody>
      </p:sp>
      <p:sp>
        <p:nvSpPr>
          <p:cNvPr id="19" name="memory-content">
            <a:extLst xmlns:a="http://schemas.openxmlformats.org/drawingml/2006/main">
              <a:ext uri="{FF2B5EF4-FFF2-40B4-BE49-F238E27FC236}">
                <a16:creationId xmlns:a16="http://schemas.microsoft.com/office/drawing/2014/main" id="{823507C7-7CD4-4C27-A126-FC4BE026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086225"/>
            <a:ext cx="1743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rPr>
              <a:t>历史问答 · 工具结果</a:t>
            </a:r>
          </a:p>
        </p:txBody>
      </p:sp>
      <p:sp>
        <p:nvSpPr>
          <p:cNvPr id="20" name="history-to-model">
            <a:extLst xmlns:a="http://schemas.openxmlformats.org/drawingml/2006/main">
              <a:ext uri="{FF2B5EF4-FFF2-40B4-BE49-F238E27FC236}">
                <a16:creationId xmlns:a16="http://schemas.microsoft.com/office/drawing/2014/main" id="{6C576305-DBF9-41F4-9527-8922953B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276600"/>
            <a:ext cx="962025" cy="742950"/>
          </a:xfrm>
          <a:custGeom xmlns:a="http://schemas.openxmlformats.org/drawingml/2006/main">
            <a:pathLst>
              <a:path w="962025" h="742950">
                <a:moveTo>
                  <a:pt x="0" y="742950"/>
                </a:moveTo>
                <a:lnTo>
                  <a:pt x="304800" y="742950"/>
                </a:lnTo>
                <a:lnTo>
                  <a:pt x="304800" y="0"/>
                </a:lnTo>
                <a:lnTo>
                  <a:pt x="962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83958C"/>
            </a:solidFill>
            <a:prstDash val="solid"/>
          </a:ln>
        </p:spPr>
      </p:sp>
      <p:sp>
        <p:nvSpPr>
          <p:cNvPr id="21" name="history-to-model-arrow">
            <a:extLst xmlns:a="http://schemas.openxmlformats.org/drawingml/2006/main">
              <a:ext uri="{FF2B5EF4-FFF2-40B4-BE49-F238E27FC236}">
                <a16:creationId xmlns:a16="http://schemas.microsoft.com/office/drawing/2014/main" id="{25FD3CB3-74AB-4B1E-BC17-14116A69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243834"/>
            <a:ext cx="76200" cy="65532"/>
          </a:xfrm>
          <a:custGeom xmlns:a="http://schemas.openxmlformats.org/drawingml/2006/main">
            <a:pathLst>
              <a:path w="76200" h="65532">
                <a:moveTo>
                  <a:pt x="76200" y="32766"/>
                </a:moveTo>
                <a:lnTo>
                  <a:pt x="0" y="6553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83958C"/>
          </a:solidFill>
          <a:ln xmlns:a="http://schemas.openxmlformats.org/drawingml/2006/main" w="4763">
            <a:solidFill>
              <a:srgbClr val="83958C"/>
            </a:solidFill>
            <a:prstDash val="solid"/>
          </a:ln>
        </p:spPr>
      </p:sp>
      <p:sp>
        <p:nvSpPr>
          <p:cNvPr id="22" name="model-frame">
            <a:extLst xmlns:a="http://schemas.openxmlformats.org/drawingml/2006/main">
              <a:ext uri="{FF2B5EF4-FFF2-40B4-BE49-F238E27FC236}">
                <a16:creationId xmlns:a16="http://schemas.microsoft.com/office/drawing/2014/main" id="{49FB13A0-3A16-46EF-9622-483124DF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24100"/>
            <a:ext cx="3286125" cy="1638300"/>
          </a:xfrm>
          <a:prstGeom xmlns:a="http://schemas.openxmlformats.org/drawingml/2006/main" prst="roundRect">
            <a:avLst>
              <a:gd name="adj" fmla="val 5233"/>
            </a:avLst>
          </a:prstGeom>
          <a:solidFill xmlns:a="http://schemas.openxmlformats.org/drawingml/2006/main">
            <a:srgbClr val="E9F4EF"/>
          </a:solidFill>
          <a:ln xmlns:a="http://schemas.openxmlformats.org/drawingml/2006/main" w="17145">
            <a:solidFill>
              <a:srgbClr val="7BB4A2"/>
            </a:solidFill>
            <a:prstDash val="solid"/>
          </a:ln>
        </p:spPr>
      </p:sp>
      <p:sp>
        <p:nvSpPr>
          <p:cNvPr id="23" name="model-top-rule">
            <a:extLst xmlns:a="http://schemas.openxmlformats.org/drawingml/2006/main">
              <a:ext uri="{FF2B5EF4-FFF2-40B4-BE49-F238E27FC236}">
                <a16:creationId xmlns:a16="http://schemas.microsoft.com/office/drawing/2014/main" id="{311E6AAE-453D-40C3-BA52-CD0E0804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333625"/>
            <a:ext cx="32670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model-name">
            <a:extLst xmlns:a="http://schemas.openxmlformats.org/drawingml/2006/main">
              <a:ext uri="{FF2B5EF4-FFF2-40B4-BE49-F238E27FC236}">
                <a16:creationId xmlns:a16="http://schemas.microsoft.com/office/drawing/2014/main" id="{58D7B006-1675-42AA-A217-BEEB46DF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95550"/>
            <a:ext cx="28670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rPr>
              <a:t>DeepSeek Flash</a:t>
            </a:r>
          </a:p>
        </p:txBody>
      </p:sp>
      <p:sp>
        <p:nvSpPr>
          <p:cNvPr id="25" name="model-operation">
            <a:extLst xmlns:a="http://schemas.openxmlformats.org/drawingml/2006/main">
              <a:ext uri="{FF2B5EF4-FFF2-40B4-BE49-F238E27FC236}">
                <a16:creationId xmlns:a16="http://schemas.microsoft.com/office/drawing/2014/main" id="{BDFB643E-1373-41C6-9983-F925F2A6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933700"/>
            <a:ext cx="28860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读取上下文 · 决定下一步</a:t>
            </a:r>
          </a:p>
        </p:txBody>
      </p:sp>
      <p:sp>
        <p:nvSpPr>
          <p:cNvPr id="26" name="state-q">
            <a:extLst xmlns:a="http://schemas.openxmlformats.org/drawingml/2006/main">
              <a:ext uri="{FF2B5EF4-FFF2-40B4-BE49-F238E27FC236}">
                <a16:creationId xmlns:a16="http://schemas.microsoft.com/office/drawing/2014/main" id="{9D164768-1341-4243-A485-7B1A9B73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90900"/>
            <a:ext cx="5715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A4CABC"/>
            </a:solidFill>
            <a:prstDash val="solid"/>
          </a:ln>
        </p:spPr>
      </p:sp>
      <p:sp>
        <p:nvSpPr>
          <p:cNvPr id="27" name="state-label-q">
            <a:extLst xmlns:a="http://schemas.openxmlformats.org/drawingml/2006/main">
              <a:ext uri="{FF2B5EF4-FFF2-40B4-BE49-F238E27FC236}">
                <a16:creationId xmlns:a16="http://schemas.microsoft.com/office/drawing/2014/main" id="{7510EC67-977C-42F9-93D5-A60F87E95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400425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28" name="state-Hₜ">
            <a:extLst xmlns:a="http://schemas.openxmlformats.org/drawingml/2006/main">
              <a:ext uri="{FF2B5EF4-FFF2-40B4-BE49-F238E27FC236}">
                <a16:creationId xmlns:a16="http://schemas.microsoft.com/office/drawing/2014/main" id="{F44E81E7-1CC1-4B4B-B3D1-0F6FC6D2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390900"/>
            <a:ext cx="8001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A4CABC"/>
            </a:solidFill>
            <a:prstDash val="solid"/>
          </a:ln>
        </p:spPr>
      </p:sp>
      <p:sp>
        <p:nvSpPr>
          <p:cNvPr id="29" name="state-label-Hₜ">
            <a:extLst xmlns:a="http://schemas.openxmlformats.org/drawingml/2006/main">
              <a:ext uri="{FF2B5EF4-FFF2-40B4-BE49-F238E27FC236}">
                <a16:creationId xmlns:a16="http://schemas.microsoft.com/office/drawing/2014/main" id="{8E79BFB8-D8D0-4420-AACE-5B0560D94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400425"/>
            <a:ext cx="80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rPr>
              <a:t>Hₜ</a:t>
            </a:r>
          </a:p>
        </p:txBody>
      </p:sp>
      <p:sp>
        <p:nvSpPr>
          <p:cNvPr id="30" name="state-oₜ">
            <a:extLst xmlns:a="http://schemas.openxmlformats.org/drawingml/2006/main">
              <a:ext uri="{FF2B5EF4-FFF2-40B4-BE49-F238E27FC236}">
                <a16:creationId xmlns:a16="http://schemas.microsoft.com/office/drawing/2014/main" id="{090393F1-2833-4920-82C1-6EC111C1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390900"/>
            <a:ext cx="5715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A4CABC"/>
            </a:solidFill>
            <a:prstDash val="solid"/>
          </a:ln>
        </p:spPr>
      </p:sp>
      <p:sp>
        <p:nvSpPr>
          <p:cNvPr id="31" name="state-label-oₜ">
            <a:extLst xmlns:a="http://schemas.openxmlformats.org/drawingml/2006/main">
              <a:ext uri="{FF2B5EF4-FFF2-40B4-BE49-F238E27FC236}">
                <a16:creationId xmlns:a16="http://schemas.microsoft.com/office/drawing/2014/main" id="{1968FCDC-466D-4178-804B-97128F7C5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400425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rPr>
              <a:t>oₜ</a:t>
            </a:r>
          </a:p>
        </p:txBody>
      </p:sp>
      <p:sp>
        <p:nvSpPr>
          <p:cNvPr id="32" name="state-plus1">
            <a:extLst xmlns:a="http://schemas.openxmlformats.org/drawingml/2006/main">
              <a:ext uri="{FF2B5EF4-FFF2-40B4-BE49-F238E27FC236}">
                <a16:creationId xmlns:a16="http://schemas.microsoft.com/office/drawing/2014/main" id="{4BBB8C78-017E-4D83-A0A7-E615BEC9D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429000"/>
            <a:ext cx="1619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33" name="state-plus2">
            <a:extLst xmlns:a="http://schemas.openxmlformats.org/drawingml/2006/main">
              <a:ext uri="{FF2B5EF4-FFF2-40B4-BE49-F238E27FC236}">
                <a16:creationId xmlns:a16="http://schemas.microsoft.com/office/drawing/2014/main" id="{D1474161-9DD5-4C29-8821-7874D5AC5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429000"/>
            <a:ext cx="1619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34" name="action-to-tools">
            <a:extLst xmlns:a="http://schemas.openxmlformats.org/drawingml/2006/main">
              <a:ext uri="{FF2B5EF4-FFF2-40B4-BE49-F238E27FC236}">
                <a16:creationId xmlns:a16="http://schemas.microsoft.com/office/drawing/2014/main" id="{4F02CDE9-9696-4487-8753-CFC653A7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52725"/>
            <a:ext cx="1114425" cy="9525"/>
          </a:xfrm>
          <a:custGeom xmlns:a="http://schemas.openxmlformats.org/drawingml/2006/main">
            <a:pathLst>
              <a:path w="1114425" h="9525">
                <a:moveTo>
                  <a:pt x="0" y="0"/>
                </a:moveTo>
                <a:lnTo>
                  <a:pt x="11144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68574"/>
            </a:solidFill>
            <a:prstDash val="solid"/>
          </a:ln>
        </p:spPr>
      </p:sp>
      <p:sp>
        <p:nvSpPr>
          <p:cNvPr id="35" name="action-to-tools-arrow">
            <a:extLst xmlns:a="http://schemas.openxmlformats.org/drawingml/2006/main">
              <a:ext uri="{FF2B5EF4-FFF2-40B4-BE49-F238E27FC236}">
                <a16:creationId xmlns:a16="http://schemas.microsoft.com/office/drawing/2014/main" id="{6C968151-E92F-4474-81C4-E19E83AC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19959"/>
            <a:ext cx="76200" cy="65532"/>
          </a:xfrm>
          <a:custGeom xmlns:a="http://schemas.openxmlformats.org/drawingml/2006/main">
            <a:pathLst>
              <a:path w="76200" h="65532">
                <a:moveTo>
                  <a:pt x="76200" y="32766"/>
                </a:moveTo>
                <a:lnTo>
                  <a:pt x="0" y="6553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68574"/>
          </a:solidFill>
          <a:ln xmlns:a="http://schemas.openxmlformats.org/drawingml/2006/main" w="4763">
            <a:solidFill>
              <a:srgbClr val="168574"/>
            </a:solidFill>
            <a:prstDash val="solid"/>
          </a:ln>
        </p:spPr>
      </p:sp>
      <p:sp>
        <p:nvSpPr>
          <p:cNvPr id="36" name="action-symbol">
            <a:extLst xmlns:a="http://schemas.openxmlformats.org/drawingml/2006/main">
              <a:ext uri="{FF2B5EF4-FFF2-40B4-BE49-F238E27FC236}">
                <a16:creationId xmlns:a16="http://schemas.microsoft.com/office/drawing/2014/main" id="{8F906CC9-068E-43F4-94CC-4D01E32DC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52675"/>
            <a:ext cx="71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rPr>
              <a:t>aₜ</a:t>
            </a:r>
          </a:p>
        </p:txBody>
      </p:sp>
      <p:sp>
        <p:nvSpPr>
          <p:cNvPr id="37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9A322505-3476-403B-9935-FCCF6560E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905125"/>
            <a:ext cx="10001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工具 + 参数</a:t>
            </a:r>
          </a:p>
        </p:txBody>
      </p:sp>
      <p:sp>
        <p:nvSpPr>
          <p:cNvPr id="38" name="tool-registry">
            <a:extLst xmlns:a="http://schemas.openxmlformats.org/drawingml/2006/main">
              <a:ext uri="{FF2B5EF4-FFF2-40B4-BE49-F238E27FC236}">
                <a16:creationId xmlns:a16="http://schemas.microsoft.com/office/drawing/2014/main" id="{242D7348-9C0C-4268-B091-03B43183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57425"/>
            <a:ext cx="3371850" cy="2390775"/>
          </a:xfrm>
          <a:prstGeom xmlns:a="http://schemas.openxmlformats.org/drawingml/2006/main" prst="roundRect">
            <a:avLst>
              <a:gd name="adj" fmla="val 2789"/>
            </a:avLst>
          </a:prstGeom>
          <a:solidFill xmlns:a="http://schemas.openxmlformats.org/drawingml/2006/main">
            <a:srgbClr val="F5F7F3"/>
          </a:solidFill>
          <a:ln xmlns:a="http://schemas.openxmlformats.org/drawingml/2006/main" w="11430">
            <a:solidFill>
              <a:srgbClr val="D5DED7"/>
            </a:solidFill>
            <a:prstDash val="solid"/>
          </a:ln>
        </p:spPr>
      </p:sp>
      <p:sp>
        <p:nvSpPr>
          <p:cNvPr id="39" name="tool-catalog">
            <a:extLst xmlns:a="http://schemas.openxmlformats.org/drawingml/2006/main">
              <a:ext uri="{FF2B5EF4-FFF2-40B4-BE49-F238E27FC236}">
                <a16:creationId xmlns:a16="http://schemas.microsoft.com/office/drawing/2014/main" id="{4D65D880-8521-4690-BC26-80CD9C6B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71725"/>
            <a:ext cx="14668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DE5DF"/>
            </a:solidFill>
            <a:prstDash val="solid"/>
          </a:ln>
        </p:spPr>
      </p:sp>
      <p:sp>
        <p:nvSpPr>
          <p:cNvPr id="40" name="tool-icon-catalog-page">
            <a:extLst xmlns:a="http://schemas.openxmlformats.org/drawingml/2006/main">
              <a:ext uri="{FF2B5EF4-FFF2-40B4-BE49-F238E27FC236}">
                <a16:creationId xmlns:a16="http://schemas.microsoft.com/office/drawing/2014/main" id="{1D6EFDB2-DC02-463F-92FE-DAE9750C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33650"/>
            <a:ext cx="219075" cy="266700"/>
          </a:xfrm>
          <a:prstGeom xmlns:a="http://schemas.openxmlformats.org/drawingml/2006/main" prst="roundRect">
            <a:avLst>
              <a:gd name="adj" fmla="val 8696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60776F"/>
            </a:solidFill>
            <a:prstDash val="solid"/>
          </a:ln>
        </p:spPr>
      </p:sp>
      <p:sp>
        <p:nvSpPr>
          <p:cNvPr id="41" name="tool-icon-catalog-row1">
            <a:extLst xmlns:a="http://schemas.openxmlformats.org/drawingml/2006/main">
              <a:ext uri="{FF2B5EF4-FFF2-40B4-BE49-F238E27FC236}">
                <a16:creationId xmlns:a16="http://schemas.microsoft.com/office/drawing/2014/main" id="{CC11B1AA-5BBD-4853-9B84-B94A93CD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609850"/>
            <a:ext cx="123825" cy="9525"/>
          </a:xfrm>
          <a:custGeom xmlns:a="http://schemas.openxmlformats.org/drawingml/2006/main">
            <a:pathLst>
              <a:path w="123825" h="9525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42" name="tool-icon-catalog-row2">
            <a:extLst xmlns:a="http://schemas.openxmlformats.org/drawingml/2006/main">
              <a:ext uri="{FF2B5EF4-FFF2-40B4-BE49-F238E27FC236}">
                <a16:creationId xmlns:a16="http://schemas.microsoft.com/office/drawing/2014/main" id="{6AA68622-FAC7-40D3-8F47-00534C238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667000"/>
            <a:ext cx="123825" cy="9525"/>
          </a:xfrm>
          <a:custGeom xmlns:a="http://schemas.openxmlformats.org/drawingml/2006/main">
            <a:pathLst>
              <a:path w="123825" h="9525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43" name="tool-icon-catalog-row3">
            <a:extLst xmlns:a="http://schemas.openxmlformats.org/drawingml/2006/main">
              <a:ext uri="{FF2B5EF4-FFF2-40B4-BE49-F238E27FC236}">
                <a16:creationId xmlns:a16="http://schemas.microsoft.com/office/drawing/2014/main" id="{31E406E3-8D65-45C1-97C5-23C6CE8FF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724150"/>
            <a:ext cx="85725" cy="9525"/>
          </a:xfrm>
          <a:custGeom xmlns:a="http://schemas.openxmlformats.org/drawingml/2006/main">
            <a:pathLst>
              <a:path w="85725" h="9525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44" name="tool-title-catalog">
            <a:extLst xmlns:a="http://schemas.openxmlformats.org/drawingml/2006/main">
              <a:ext uri="{FF2B5EF4-FFF2-40B4-BE49-F238E27FC236}">
                <a16:creationId xmlns:a16="http://schemas.microsoft.com/office/drawing/2014/main" id="{9FEC84E6-CADF-4FA1-9197-AE3F4AA8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574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读取目录</a:t>
            </a:r>
          </a:p>
        </p:txBody>
      </p:sp>
      <p:sp>
        <p:nvSpPr>
          <p:cNvPr id="45" name="tool-subtitle-catalog">
            <a:extLst xmlns:a="http://schemas.openxmlformats.org/drawingml/2006/main">
              <a:ext uri="{FF2B5EF4-FFF2-40B4-BE49-F238E27FC236}">
                <a16:creationId xmlns:a16="http://schemas.microsoft.com/office/drawing/2014/main" id="{7D2364AE-7F3A-41B9-8D33-93FF45CCE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714625"/>
            <a:ext cx="971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rPr>
              <a:t>城市 / 年份</a:t>
            </a:r>
          </a:p>
        </p:txBody>
      </p:sp>
      <p:sp>
        <p:nvSpPr>
          <p:cNvPr id="46" name="tool-clean">
            <a:extLst xmlns:a="http://schemas.openxmlformats.org/drawingml/2006/main">
              <a:ext uri="{FF2B5EF4-FFF2-40B4-BE49-F238E27FC236}">
                <a16:creationId xmlns:a16="http://schemas.microsoft.com/office/drawing/2014/main" id="{B45BC470-2144-4C1E-A65B-657A6D5FC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371725"/>
            <a:ext cx="14668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DE5DF"/>
            </a:solidFill>
            <a:prstDash val="solid"/>
          </a:ln>
        </p:spPr>
      </p:sp>
      <p:sp>
        <p:nvSpPr>
          <p:cNvPr id="47" name="tool-icon-clean-filter">
            <a:extLst xmlns:a="http://schemas.openxmlformats.org/drawingml/2006/main">
              <a:ext uri="{FF2B5EF4-FFF2-40B4-BE49-F238E27FC236}">
                <a16:creationId xmlns:a16="http://schemas.microsoft.com/office/drawing/2014/main" id="{2BC647F4-2A3F-45BF-BA0E-EF44F4893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552700"/>
            <a:ext cx="266700" cy="228600"/>
          </a:xfrm>
          <a:custGeom xmlns:a="http://schemas.openxmlformats.org/drawingml/2006/main">
            <a:pathLst>
              <a:path w="266700" h="228600">
                <a:moveTo>
                  <a:pt x="0" y="0"/>
                </a:moveTo>
                <a:lnTo>
                  <a:pt x="266700" y="0"/>
                </a:lnTo>
                <a:lnTo>
                  <a:pt x="161925" y="104775"/>
                </a:lnTo>
                <a:lnTo>
                  <a:pt x="161925" y="228600"/>
                </a:lnTo>
                <a:lnTo>
                  <a:pt x="104775" y="200025"/>
                </a:lnTo>
                <a:lnTo>
                  <a:pt x="104775" y="1047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48" name="tool-title-clean">
            <a:extLst xmlns:a="http://schemas.openxmlformats.org/drawingml/2006/main">
              <a:ext uri="{FF2B5EF4-FFF2-40B4-BE49-F238E27FC236}">
                <a16:creationId xmlns:a16="http://schemas.microsoft.com/office/drawing/2014/main" id="{FAF78278-1A8C-4100-A125-4FE0FF52C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4574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数据清洗</a:t>
            </a:r>
          </a:p>
        </p:txBody>
      </p:sp>
      <p:sp>
        <p:nvSpPr>
          <p:cNvPr id="49" name="tool-subtitle-clean">
            <a:extLst xmlns:a="http://schemas.openxmlformats.org/drawingml/2006/main">
              <a:ext uri="{FF2B5EF4-FFF2-40B4-BE49-F238E27FC236}">
                <a16:creationId xmlns:a16="http://schemas.microsoft.com/office/drawing/2014/main" id="{794A359A-0455-4CFE-A878-E44B321B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714625"/>
            <a:ext cx="971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rPr>
              <a:t>缺失 / 去重</a:t>
            </a:r>
          </a:p>
        </p:txBody>
      </p:sp>
      <p:sp>
        <p:nvSpPr>
          <p:cNvPr id="50" name="tool-standard">
            <a:extLst xmlns:a="http://schemas.openxmlformats.org/drawingml/2006/main">
              <a:ext uri="{FF2B5EF4-FFF2-40B4-BE49-F238E27FC236}">
                <a16:creationId xmlns:a16="http://schemas.microsoft.com/office/drawing/2014/main" id="{5C9F602C-B7F5-4438-A095-65E62143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14675"/>
            <a:ext cx="14668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DE5DF"/>
            </a:solidFill>
            <a:prstDash val="solid"/>
          </a:ln>
        </p:spPr>
      </p:sp>
      <p:sp>
        <p:nvSpPr>
          <p:cNvPr id="51" name="tool-icon-standard-book">
            <a:extLst xmlns:a="http://schemas.openxmlformats.org/drawingml/2006/main">
              <a:ext uri="{FF2B5EF4-FFF2-40B4-BE49-F238E27FC236}">
                <a16:creationId xmlns:a16="http://schemas.microsoft.com/office/drawing/2014/main" id="{1B4245C0-948C-4BDC-B479-C3C42772F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286125"/>
            <a:ext cx="238125" cy="257175"/>
          </a:xfrm>
          <a:prstGeom xmlns:a="http://schemas.openxmlformats.org/drawingml/2006/main" prst="roundRect">
            <a:avLst>
              <a:gd name="adj" fmla="val 8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60776F"/>
            </a:solidFill>
            <a:prstDash val="solid"/>
          </a:ln>
        </p:spPr>
      </p:sp>
      <p:sp>
        <p:nvSpPr>
          <p:cNvPr id="52" name="tool-icon-standard-spine">
            <a:extLst xmlns:a="http://schemas.openxmlformats.org/drawingml/2006/main">
              <a:ext uri="{FF2B5EF4-FFF2-40B4-BE49-F238E27FC236}">
                <a16:creationId xmlns:a16="http://schemas.microsoft.com/office/drawing/2014/main" id="{9C5A73D4-0842-4022-9ED5-880F74D54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286125"/>
            <a:ext cx="9525" cy="257175"/>
          </a:xfrm>
          <a:custGeom xmlns:a="http://schemas.openxmlformats.org/drawingml/2006/main">
            <a:pathLst>
              <a:path w="9525" h="257175">
                <a:moveTo>
                  <a:pt x="0" y="0"/>
                </a:moveTo>
                <a:lnTo>
                  <a:pt x="0" y="257175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53" name="tool-icon-standard-rules">
            <a:extLst xmlns:a="http://schemas.openxmlformats.org/drawingml/2006/main">
              <a:ext uri="{FF2B5EF4-FFF2-40B4-BE49-F238E27FC236}">
                <a16:creationId xmlns:a16="http://schemas.microsoft.com/office/drawing/2014/main" id="{AD6D4A5D-61C0-4473-8311-520765CF7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62325"/>
            <a:ext cx="85725" cy="9525"/>
          </a:xfrm>
          <a:custGeom xmlns:a="http://schemas.openxmlformats.org/drawingml/2006/main">
            <a:pathLst>
              <a:path w="85725" h="9525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54" name="tool-icon-standard-rules2">
            <a:extLst xmlns:a="http://schemas.openxmlformats.org/drawingml/2006/main">
              <a:ext uri="{FF2B5EF4-FFF2-40B4-BE49-F238E27FC236}">
                <a16:creationId xmlns:a16="http://schemas.microsoft.com/office/drawing/2014/main" id="{887851BA-B9F4-4655-A496-59266FF4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29000"/>
            <a:ext cx="85725" cy="9525"/>
          </a:xfrm>
          <a:custGeom xmlns:a="http://schemas.openxmlformats.org/drawingml/2006/main">
            <a:pathLst>
              <a:path w="85725" h="9525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55" name="tool-title-standard">
            <a:extLst xmlns:a="http://schemas.openxmlformats.org/drawingml/2006/main">
              <a:ext uri="{FF2B5EF4-FFF2-40B4-BE49-F238E27FC236}">
                <a16:creationId xmlns:a16="http://schemas.microsoft.com/office/drawing/2014/main" id="{D9C0104B-F00F-4C76-A35B-7578C4D6D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004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国标查询</a:t>
            </a:r>
          </a:p>
        </p:txBody>
      </p:sp>
      <p:sp>
        <p:nvSpPr>
          <p:cNvPr id="56" name="tool-subtitle-standard">
            <a:extLst xmlns:a="http://schemas.openxmlformats.org/drawingml/2006/main">
              <a:ext uri="{FF2B5EF4-FFF2-40B4-BE49-F238E27FC236}">
                <a16:creationId xmlns:a16="http://schemas.microsoft.com/office/drawing/2014/main" id="{EB1B4DDE-CC78-4FB6-B800-88779887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457575"/>
            <a:ext cx="971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rPr>
              <a:t>指标 / 周期</a:t>
            </a:r>
          </a:p>
        </p:txBody>
      </p:sp>
      <p:sp>
        <p:nvSpPr>
          <p:cNvPr id="57" name="tool-stats">
            <a:extLst xmlns:a="http://schemas.openxmlformats.org/drawingml/2006/main">
              <a:ext uri="{FF2B5EF4-FFF2-40B4-BE49-F238E27FC236}">
                <a16:creationId xmlns:a16="http://schemas.microsoft.com/office/drawing/2014/main" id="{921B951F-0CBF-42E2-A2BE-F9760B48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114675"/>
            <a:ext cx="14668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DE5DF"/>
            </a:solidFill>
            <a:prstDash val="solid"/>
          </a:ln>
        </p:spPr>
      </p:sp>
      <p:sp>
        <p:nvSpPr>
          <p:cNvPr id="58" name="tool-icon-stats-sigma">
            <a:extLst xmlns:a="http://schemas.openxmlformats.org/drawingml/2006/main">
              <a:ext uri="{FF2B5EF4-FFF2-40B4-BE49-F238E27FC236}">
                <a16:creationId xmlns:a16="http://schemas.microsoft.com/office/drawing/2014/main" id="{7FB6B7CB-05E9-46FB-8B43-8F9AF8AF4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219450"/>
            <a:ext cx="295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rPr>
              <a:t>Σ</a:t>
            </a:r>
          </a:p>
        </p:txBody>
      </p:sp>
      <p:sp>
        <p:nvSpPr>
          <p:cNvPr id="59" name="tool-title-stats">
            <a:extLst xmlns:a="http://schemas.openxmlformats.org/drawingml/2006/main">
              <a:ext uri="{FF2B5EF4-FFF2-40B4-BE49-F238E27FC236}">
                <a16:creationId xmlns:a16="http://schemas.microsoft.com/office/drawing/2014/main" id="{9476C792-AEF2-4423-A69C-B0F5CD69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2004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聚合统计</a:t>
            </a:r>
          </a:p>
        </p:txBody>
      </p:sp>
      <p:sp>
        <p:nvSpPr>
          <p:cNvPr id="60" name="tool-subtitle-stats">
            <a:extLst xmlns:a="http://schemas.openxmlformats.org/drawingml/2006/main">
              <a:ext uri="{FF2B5EF4-FFF2-40B4-BE49-F238E27FC236}">
                <a16:creationId xmlns:a16="http://schemas.microsoft.com/office/drawing/2014/main" id="{0CAD33D8-A5CF-494C-BC25-930F2374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457575"/>
            <a:ext cx="971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rPr>
              <a:t>分组 / 计数</a:t>
            </a:r>
          </a:p>
        </p:txBody>
      </p:sp>
      <p:sp>
        <p:nvSpPr>
          <p:cNvPr id="61" name="tool-check">
            <a:extLst xmlns:a="http://schemas.openxmlformats.org/drawingml/2006/main">
              <a:ext uri="{FF2B5EF4-FFF2-40B4-BE49-F238E27FC236}">
                <a16:creationId xmlns:a16="http://schemas.microsoft.com/office/drawing/2014/main" id="{59E87E67-95C8-462A-A9E1-D900AE06A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857625"/>
            <a:ext cx="14668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DE5DF"/>
            </a:solidFill>
            <a:prstDash val="solid"/>
          </a:ln>
        </p:spPr>
      </p:sp>
      <p:sp>
        <p:nvSpPr>
          <p:cNvPr id="62" name="tool-icon-check-circle">
            <a:extLst xmlns:a="http://schemas.openxmlformats.org/drawingml/2006/main">
              <a:ext uri="{FF2B5EF4-FFF2-40B4-BE49-F238E27FC236}">
                <a16:creationId xmlns:a16="http://schemas.microsoft.com/office/drawing/2014/main" id="{55C95165-628D-49A3-BB55-74110D59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19550"/>
            <a:ext cx="266700" cy="2667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60776F"/>
            </a:solidFill>
            <a:prstDash val="solid"/>
          </a:ln>
        </p:spPr>
      </p:sp>
      <p:sp>
        <p:nvSpPr>
          <p:cNvPr id="63" name="tool-icon-check-check">
            <a:extLst xmlns:a="http://schemas.openxmlformats.org/drawingml/2006/main">
              <a:ext uri="{FF2B5EF4-FFF2-40B4-BE49-F238E27FC236}">
                <a16:creationId xmlns:a16="http://schemas.microsoft.com/office/drawing/2014/main" id="{F0A2B029-384C-48C8-BE74-B733A5CD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95750"/>
            <a:ext cx="152400" cy="104775"/>
          </a:xfrm>
          <a:custGeom xmlns:a="http://schemas.openxmlformats.org/drawingml/2006/main">
            <a:pathLst>
              <a:path w="152400" h="104775">
                <a:moveTo>
                  <a:pt x="0" y="57150"/>
                </a:moveTo>
                <a:lnTo>
                  <a:pt x="47625" y="104775"/>
                </a:lnTo>
                <a:lnTo>
                  <a:pt x="152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64" name="tool-title-check">
            <a:extLst xmlns:a="http://schemas.openxmlformats.org/drawingml/2006/main">
              <a:ext uri="{FF2B5EF4-FFF2-40B4-BE49-F238E27FC236}">
                <a16:creationId xmlns:a16="http://schemas.microsoft.com/office/drawing/2014/main" id="{6DAA65C3-1396-4856-8F64-E09E81782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9433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结果校验</a:t>
            </a:r>
          </a:p>
        </p:txBody>
      </p:sp>
      <p:sp>
        <p:nvSpPr>
          <p:cNvPr id="65" name="tool-subtitle-check">
            <a:extLst xmlns:a="http://schemas.openxmlformats.org/drawingml/2006/main">
              <a:ext uri="{FF2B5EF4-FFF2-40B4-BE49-F238E27FC236}">
                <a16:creationId xmlns:a16="http://schemas.microsoft.com/office/drawing/2014/main" id="{6240BCDA-2039-4A9B-8E31-AFA2FFB7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200525"/>
            <a:ext cx="971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rPr>
              <a:t>数值 / 分母</a:t>
            </a:r>
          </a:p>
        </p:txBody>
      </p:sp>
      <p:sp>
        <p:nvSpPr>
          <p:cNvPr id="66" name="tool-chart">
            <a:extLst xmlns:a="http://schemas.openxmlformats.org/drawingml/2006/main">
              <a:ext uri="{FF2B5EF4-FFF2-40B4-BE49-F238E27FC236}">
                <a16:creationId xmlns:a16="http://schemas.microsoft.com/office/drawing/2014/main" id="{5816C6C6-5710-4CA7-84BE-621E0545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857625"/>
            <a:ext cx="14668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DE5DF"/>
            </a:solidFill>
            <a:prstDash val="solid"/>
          </a:ln>
        </p:spPr>
      </p:sp>
      <p:sp>
        <p:nvSpPr>
          <p:cNvPr id="67" name="tool-icon-chart-axis">
            <a:extLst xmlns:a="http://schemas.openxmlformats.org/drawingml/2006/main">
              <a:ext uri="{FF2B5EF4-FFF2-40B4-BE49-F238E27FC236}">
                <a16:creationId xmlns:a16="http://schemas.microsoft.com/office/drawing/2014/main" id="{AA885BBB-255F-4605-83BE-D7BF7EEF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029075"/>
            <a:ext cx="266700" cy="247650"/>
          </a:xfrm>
          <a:custGeom xmlns:a="http://schemas.openxmlformats.org/drawingml/2006/main">
            <a:pathLst>
              <a:path w="266700" h="247650">
                <a:moveTo>
                  <a:pt x="0" y="0"/>
                </a:moveTo>
                <a:lnTo>
                  <a:pt x="0" y="247650"/>
                </a:lnTo>
                <a:lnTo>
                  <a:pt x="266700" y="2476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68" name="tool-icon-chart-plot">
            <a:extLst xmlns:a="http://schemas.openxmlformats.org/drawingml/2006/main">
              <a:ext uri="{FF2B5EF4-FFF2-40B4-BE49-F238E27FC236}">
                <a16:creationId xmlns:a16="http://schemas.microsoft.com/office/drawing/2014/main" id="{B4CEB317-3AB6-4FF3-A1F4-5828D6FB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057650"/>
            <a:ext cx="209550" cy="152400"/>
          </a:xfrm>
          <a:custGeom xmlns:a="http://schemas.openxmlformats.org/drawingml/2006/main">
            <a:pathLst>
              <a:path w="209550" h="152400">
                <a:moveTo>
                  <a:pt x="0" y="152400"/>
                </a:moveTo>
                <a:lnTo>
                  <a:pt x="66675" y="57150"/>
                </a:lnTo>
                <a:lnTo>
                  <a:pt x="133350" y="104775"/>
                </a:ln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69" name="tool-title-chart">
            <a:extLst xmlns:a="http://schemas.openxmlformats.org/drawingml/2006/main">
              <a:ext uri="{FF2B5EF4-FFF2-40B4-BE49-F238E27FC236}">
                <a16:creationId xmlns:a16="http://schemas.microsoft.com/office/drawing/2014/main" id="{AB61313F-2C4C-4CE2-A72D-CCF6CF40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9433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绘图导出</a:t>
            </a:r>
          </a:p>
        </p:txBody>
      </p:sp>
      <p:sp>
        <p:nvSpPr>
          <p:cNvPr id="70" name="tool-subtitle-chart">
            <a:extLst xmlns:a="http://schemas.openxmlformats.org/drawingml/2006/main">
              <a:ext uri="{FF2B5EF4-FFF2-40B4-BE49-F238E27FC236}">
                <a16:creationId xmlns:a16="http://schemas.microsoft.com/office/drawing/2014/main" id="{6739F682-3E39-423E-B38B-801C85B3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4200525"/>
            <a:ext cx="971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rPr>
              <a:t>SVG / 报告</a:t>
            </a:r>
          </a:p>
        </p:txBody>
      </p:sp>
      <p:sp>
        <p:nvSpPr>
          <p:cNvPr id="71" name="observation">
            <a:extLst xmlns:a="http://schemas.openxmlformats.org/drawingml/2006/main">
              <a:ext uri="{FF2B5EF4-FFF2-40B4-BE49-F238E27FC236}">
                <a16:creationId xmlns:a16="http://schemas.microsoft.com/office/drawing/2014/main" id="{F5FC1FD8-E78C-4B17-8BDF-6E7E1753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05350"/>
            <a:ext cx="3286125" cy="914400"/>
          </a:xfrm>
          <a:prstGeom xmlns:a="http://schemas.openxmlformats.org/drawingml/2006/main" prst="roundRect">
            <a:avLst>
              <a:gd name="adj" fmla="val 7292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13335">
            <a:solidFill>
              <a:srgbClr val="9CB6CE"/>
            </a:solidFill>
            <a:prstDash val="solid"/>
          </a:ln>
        </p:spPr>
      </p:sp>
      <p:sp>
        <p:nvSpPr>
          <p:cNvPr id="72" name="observation-heading">
            <a:extLst xmlns:a="http://schemas.openxmlformats.org/drawingml/2006/main">
              <a:ext uri="{FF2B5EF4-FFF2-40B4-BE49-F238E27FC236}">
                <a16:creationId xmlns:a16="http://schemas.microsoft.com/office/drawing/2014/main" id="{08EC7D51-05DA-4266-BFCB-BAD82244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800600"/>
            <a:ext cx="2905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rPr>
              <a:t>Observation  oₜ</a:t>
            </a:r>
          </a:p>
        </p:txBody>
      </p:sp>
      <p:sp>
        <p:nvSpPr>
          <p:cNvPr id="73" name="observation-data">
            <a:extLst xmlns:a="http://schemas.openxmlformats.org/drawingml/2006/main">
              <a:ext uri="{FF2B5EF4-FFF2-40B4-BE49-F238E27FC236}">
                <a16:creationId xmlns:a16="http://schemas.microsoft.com/office/drawing/2014/main" id="{A394211C-2DA8-4023-B035-945E520E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5200650"/>
            <a:ext cx="29622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统计表 · 国标判定 · 校验结果</a:t>
            </a:r>
          </a:p>
        </p:txBody>
      </p:sp>
      <p:sp>
        <p:nvSpPr>
          <p:cNvPr id="74" name="tool-to-observation">
            <a:extLst xmlns:a="http://schemas.openxmlformats.org/drawingml/2006/main">
              <a:ext uri="{FF2B5EF4-FFF2-40B4-BE49-F238E27FC236}">
                <a16:creationId xmlns:a16="http://schemas.microsoft.com/office/drawing/2014/main" id="{11212BA8-700B-4EF0-A658-66B41027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162425"/>
            <a:ext cx="1114425" cy="1000125"/>
          </a:xfrm>
          <a:custGeom xmlns:a="http://schemas.openxmlformats.org/drawingml/2006/main">
            <a:pathLst>
              <a:path w="1114425" h="1000125">
                <a:moveTo>
                  <a:pt x="1114425" y="0"/>
                </a:moveTo>
                <a:lnTo>
                  <a:pt x="523875" y="0"/>
                </a:lnTo>
                <a:lnTo>
                  <a:pt x="523875" y="1000125"/>
                </a:lnTo>
                <a:lnTo>
                  <a:pt x="0" y="1000125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4C78A6"/>
            </a:solidFill>
            <a:prstDash val="solid"/>
          </a:ln>
        </p:spPr>
      </p:sp>
      <p:sp>
        <p:nvSpPr>
          <p:cNvPr id="75" name="tool-to-observation-arrow">
            <a:extLst xmlns:a="http://schemas.openxmlformats.org/drawingml/2006/main">
              <a:ext uri="{FF2B5EF4-FFF2-40B4-BE49-F238E27FC236}">
                <a16:creationId xmlns:a16="http://schemas.microsoft.com/office/drawing/2014/main" id="{A26FDE24-253D-46D6-94E4-471A6D1E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129784"/>
            <a:ext cx="76200" cy="65532"/>
          </a:xfrm>
          <a:custGeom xmlns:a="http://schemas.openxmlformats.org/drawingml/2006/main">
            <a:pathLst>
              <a:path w="76200" h="65532">
                <a:moveTo>
                  <a:pt x="0" y="32766"/>
                </a:moveTo>
                <a:lnTo>
                  <a:pt x="76200" y="0"/>
                </a:lnTo>
                <a:lnTo>
                  <a:pt x="76200" y="65532"/>
                </a:lnTo>
                <a:close/>
              </a:path>
            </a:pathLst>
          </a:custGeom>
          <a:solidFill xmlns:a="http://schemas.openxmlformats.org/drawingml/2006/main">
            <a:srgbClr val="4C78A6"/>
          </a:solidFill>
          <a:ln xmlns:a="http://schemas.openxmlformats.org/drawingml/2006/main" w="4763">
            <a:solidFill>
              <a:srgbClr val="4C78A6"/>
            </a:solidFill>
            <a:prstDash val="solid"/>
          </a:ln>
        </p:spPr>
      </p:sp>
      <p:sp>
        <p:nvSpPr>
          <p:cNvPr id="76" name="observation-return-label">
            <a:extLst xmlns:a="http://schemas.openxmlformats.org/drawingml/2006/main">
              <a:ext uri="{FF2B5EF4-FFF2-40B4-BE49-F238E27FC236}">
                <a16:creationId xmlns:a16="http://schemas.microsoft.com/office/drawing/2014/main" id="{6D62251D-E43B-42F7-BF10-31F069B50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238750"/>
            <a:ext cx="8763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rPr>
              <a:t>结果反馈</a:t>
            </a:r>
          </a:p>
        </p:txBody>
      </p:sp>
      <p:sp>
        <p:nvSpPr>
          <p:cNvPr id="77" name="observation-to-model">
            <a:extLst xmlns:a="http://schemas.openxmlformats.org/drawingml/2006/main">
              <a:ext uri="{FF2B5EF4-FFF2-40B4-BE49-F238E27FC236}">
                <a16:creationId xmlns:a16="http://schemas.microsoft.com/office/drawing/2014/main" id="{DBEA366A-4981-48E3-9ADE-7F2ACB82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962400"/>
            <a:ext cx="9525" cy="742950"/>
          </a:xfrm>
          <a:custGeom xmlns:a="http://schemas.openxmlformats.org/drawingml/2006/main">
            <a:pathLst>
              <a:path w="9525" h="742950">
                <a:moveTo>
                  <a:pt x="0" y="7429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4C78A6"/>
            </a:solidFill>
            <a:prstDash val="solid"/>
          </a:ln>
        </p:spPr>
      </p:sp>
      <p:sp>
        <p:nvSpPr>
          <p:cNvPr id="78" name="observation-to-model-arrow">
            <a:extLst xmlns:a="http://schemas.openxmlformats.org/drawingml/2006/main">
              <a:ext uri="{FF2B5EF4-FFF2-40B4-BE49-F238E27FC236}">
                <a16:creationId xmlns:a16="http://schemas.microsoft.com/office/drawing/2014/main" id="{83920140-7EC2-402E-A178-69A2793D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0284" y="3962400"/>
            <a:ext cx="65532" cy="76200"/>
          </a:xfrm>
          <a:custGeom xmlns:a="http://schemas.openxmlformats.org/drawingml/2006/main">
            <a:pathLst>
              <a:path w="65532" h="76200">
                <a:moveTo>
                  <a:pt x="32766" y="0"/>
                </a:moveTo>
                <a:lnTo>
                  <a:pt x="65532" y="7620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4C78A6"/>
          </a:solidFill>
          <a:ln xmlns:a="http://schemas.openxmlformats.org/drawingml/2006/main" w="4763">
            <a:solidFill>
              <a:srgbClr val="4C78A6"/>
            </a:solidFill>
            <a:prstDash val="solid"/>
          </a:ln>
        </p:spPr>
      </p:sp>
      <p:sp>
        <p:nvSpPr>
          <p:cNvPr id="79" name="update-context">
            <a:extLst xmlns:a="http://schemas.openxmlformats.org/drawingml/2006/main">
              <a:ext uri="{FF2B5EF4-FFF2-40B4-BE49-F238E27FC236}">
                <a16:creationId xmlns:a16="http://schemas.microsoft.com/office/drawing/2014/main" id="{EF7F9C57-39B4-47CC-A442-50E3CB45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257675"/>
            <a:ext cx="13049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rPr>
              <a:t>更新上下文</a:t>
            </a:r>
          </a:p>
        </p:txBody>
      </p:sp>
      <p:sp>
        <p:nvSpPr>
          <p:cNvPr id="80" name="final-answer-path">
            <a:extLst xmlns:a="http://schemas.openxmlformats.org/drawingml/2006/main">
              <a:ext uri="{FF2B5EF4-FFF2-40B4-BE49-F238E27FC236}">
                <a16:creationId xmlns:a16="http://schemas.microsoft.com/office/drawing/2014/main" id="{AF723E26-9169-49E1-9A8D-DD252714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38550"/>
            <a:ext cx="857250" cy="2038350"/>
          </a:xfrm>
          <a:custGeom xmlns:a="http://schemas.openxmlformats.org/drawingml/2006/main">
            <a:pathLst>
              <a:path w="857250" h="2038350">
                <a:moveTo>
                  <a:pt x="857250" y="0"/>
                </a:moveTo>
                <a:lnTo>
                  <a:pt x="400050" y="0"/>
                </a:lnTo>
                <a:lnTo>
                  <a:pt x="400050" y="2038350"/>
                </a:lnTo>
                <a:lnTo>
                  <a:pt x="0" y="203835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AF8046"/>
            </a:solidFill>
            <a:prstDash val="solid"/>
          </a:ln>
        </p:spPr>
      </p:sp>
      <p:sp>
        <p:nvSpPr>
          <p:cNvPr id="81" name="final-answer-path-arrow">
            <a:extLst xmlns:a="http://schemas.openxmlformats.org/drawingml/2006/main">
              <a:ext uri="{FF2B5EF4-FFF2-40B4-BE49-F238E27FC236}">
                <a16:creationId xmlns:a16="http://schemas.microsoft.com/office/drawing/2014/main" id="{5B7B5BC6-01C4-4E57-AF67-39D634E9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644134"/>
            <a:ext cx="76200" cy="65532"/>
          </a:xfrm>
          <a:custGeom xmlns:a="http://schemas.openxmlformats.org/drawingml/2006/main">
            <a:pathLst>
              <a:path w="76200" h="65532">
                <a:moveTo>
                  <a:pt x="0" y="32766"/>
                </a:moveTo>
                <a:lnTo>
                  <a:pt x="76200" y="0"/>
                </a:lnTo>
                <a:lnTo>
                  <a:pt x="76200" y="65532"/>
                </a:lnTo>
                <a:close/>
              </a:path>
            </a:pathLst>
          </a:custGeom>
          <a:solidFill xmlns:a="http://schemas.openxmlformats.org/drawingml/2006/main">
            <a:srgbClr val="AF8046"/>
          </a:solidFill>
          <a:ln xmlns:a="http://schemas.openxmlformats.org/drawingml/2006/main" w="4763">
            <a:solidFill>
              <a:srgbClr val="AF8046"/>
            </a:solidFill>
            <a:prstDash val="solid"/>
          </a:ln>
        </p:spPr>
      </p:sp>
      <p:sp>
        <p:nvSpPr>
          <p:cNvPr id="82" name="completion-label">
            <a:extLst xmlns:a="http://schemas.openxmlformats.org/drawingml/2006/main">
              <a:ext uri="{FF2B5EF4-FFF2-40B4-BE49-F238E27FC236}">
                <a16:creationId xmlns:a16="http://schemas.microsoft.com/office/drawing/2014/main" id="{8C6D1816-4458-4802-A275-FAE3F9347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591050"/>
            <a:ext cx="4095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rPr>
              <a:t>完成</a:t>
            </a:r>
          </a:p>
        </p:txBody>
      </p:sp>
      <p:sp>
        <p:nvSpPr>
          <p:cNvPr id="83" name="output-document">
            <a:extLst xmlns:a="http://schemas.openxmlformats.org/drawingml/2006/main">
              <a:ext uri="{FF2B5EF4-FFF2-40B4-BE49-F238E27FC236}">
                <a16:creationId xmlns:a16="http://schemas.microsoft.com/office/drawing/2014/main" id="{A1291727-8B97-4AAF-8D4F-B6C7AC38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2286000" cy="981075"/>
          </a:xfrm>
          <a:prstGeom xmlns:a="http://schemas.openxmlformats.org/drawingml/2006/main" prst="roundRect">
            <a:avLst>
              <a:gd name="adj" fmla="val 5825"/>
            </a:avLst>
          </a:prstGeom>
          <a:solidFill xmlns:a="http://schemas.openxmlformats.org/drawingml/2006/main">
            <a:srgbClr val="F8F0E3"/>
          </a:solidFill>
          <a:ln xmlns:a="http://schemas.openxmlformats.org/drawingml/2006/main" w="13335">
            <a:solidFill>
              <a:srgbClr val="D7C4A7"/>
            </a:solidFill>
            <a:prstDash val="solid"/>
          </a:ln>
        </p:spPr>
      </p:sp>
      <p:sp>
        <p:nvSpPr>
          <p:cNvPr id="84" name="output-heading">
            <a:extLst xmlns:a="http://schemas.openxmlformats.org/drawingml/2006/main">
              <a:ext uri="{FF2B5EF4-FFF2-40B4-BE49-F238E27FC236}">
                <a16:creationId xmlns:a16="http://schemas.microsoft.com/office/drawing/2014/main" id="{0569DDC7-04AA-431A-96B4-670909CEF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219700"/>
            <a:ext cx="1971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最终答复与可视化</a:t>
            </a:r>
          </a:p>
        </p:txBody>
      </p:sp>
      <p:sp>
        <p:nvSpPr>
          <p:cNvPr id="85" name="output-plot-axis">
            <a:extLst xmlns:a="http://schemas.openxmlformats.org/drawingml/2006/main">
              <a:ext uri="{FF2B5EF4-FFF2-40B4-BE49-F238E27FC236}">
                <a16:creationId xmlns:a16="http://schemas.microsoft.com/office/drawing/2014/main" id="{32D48E0F-584F-4041-BE1A-8D51474E4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0225"/>
            <a:ext cx="600075" cy="342900"/>
          </a:xfrm>
          <a:custGeom xmlns:a="http://schemas.openxmlformats.org/drawingml/2006/main">
            <a:pathLst>
              <a:path w="600075" h="342900">
                <a:moveTo>
                  <a:pt x="0" y="0"/>
                </a:moveTo>
                <a:lnTo>
                  <a:pt x="0" y="342900"/>
                </a:lnTo>
                <a:lnTo>
                  <a:pt x="600075" y="3429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AF8046"/>
            </a:solidFill>
            <a:prstDash val="solid"/>
          </a:ln>
        </p:spPr>
      </p:sp>
      <p:sp>
        <p:nvSpPr>
          <p:cNvPr id="86" name="output-bar-0">
            <a:extLst xmlns:a="http://schemas.openxmlformats.org/drawingml/2006/main">
              <a:ext uri="{FF2B5EF4-FFF2-40B4-BE49-F238E27FC236}">
                <a16:creationId xmlns:a16="http://schemas.microsoft.com/office/drawing/2014/main" id="{A81BDD34-2B35-4EFB-96E2-6B45DAD1F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676900"/>
            <a:ext cx="66675" cy="276225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output-bar-1">
            <a:extLst xmlns:a="http://schemas.openxmlformats.org/drawingml/2006/main">
              <a:ext uri="{FF2B5EF4-FFF2-40B4-BE49-F238E27FC236}">
                <a16:creationId xmlns:a16="http://schemas.microsoft.com/office/drawing/2014/main" id="{E95508B7-7022-4273-9311-E5727031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762625"/>
            <a:ext cx="66675" cy="1905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ADC7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output-bar-2">
            <a:extLst xmlns:a="http://schemas.openxmlformats.org/drawingml/2006/main">
              <a:ext uri="{FF2B5EF4-FFF2-40B4-BE49-F238E27FC236}">
                <a16:creationId xmlns:a16="http://schemas.microsoft.com/office/drawing/2014/main" id="{FE027CAC-A395-410A-912E-31179B654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5781675"/>
            <a:ext cx="66675" cy="1714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ADC7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output-bar-3">
            <a:extLst xmlns:a="http://schemas.openxmlformats.org/drawingml/2006/main">
              <a:ext uri="{FF2B5EF4-FFF2-40B4-BE49-F238E27FC236}">
                <a16:creationId xmlns:a16="http://schemas.microsoft.com/office/drawing/2014/main" id="{C37306AF-EA5F-483C-B109-07798053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00725"/>
            <a:ext cx="66675" cy="152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ADC7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output-bar-4">
            <a:extLst xmlns:a="http://schemas.openxmlformats.org/drawingml/2006/main">
              <a:ext uri="{FF2B5EF4-FFF2-40B4-BE49-F238E27FC236}">
                <a16:creationId xmlns:a16="http://schemas.microsoft.com/office/drawing/2014/main" id="{DD6F723A-1530-480B-8C73-EE78C3B1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5800725"/>
            <a:ext cx="66675" cy="152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ADC7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output-content">
            <a:extLst xmlns:a="http://schemas.openxmlformats.org/drawingml/2006/main">
              <a:ext uri="{FF2B5EF4-FFF2-40B4-BE49-F238E27FC236}">
                <a16:creationId xmlns:a16="http://schemas.microsoft.com/office/drawing/2014/main" id="{CE08F8A3-1F37-4E26-BC0E-0A0665D6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1190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统计结论</a:t>
            </a:r>
          </a:p>
          <a:p xmlns:a="http://schemas.openxmlformats.org/drawingml/2006/main">
            <a: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表格 / SVG</a:t>
            </a:r>
          </a:p>
        </p:txBody>
      </p:sp>
      <p:sp>
        <p:nvSpPr>
          <p:cNvPr id="92" name="data-substrate">
            <a:extLst xmlns:a="http://schemas.openxmlformats.org/drawingml/2006/main">
              <a:ext uri="{FF2B5EF4-FFF2-40B4-BE49-F238E27FC236}">
                <a16:creationId xmlns:a16="http://schemas.microsoft.com/office/drawing/2014/main" id="{77495A76-9E95-4C8D-9D4A-24A1B98B4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153025"/>
            <a:ext cx="3371850" cy="981075"/>
          </a:xfrm>
          <a:prstGeom xmlns:a="http://schemas.openxmlformats.org/drawingml/2006/main" prst="roundRect">
            <a:avLst>
              <a:gd name="adj" fmla="val 5825"/>
            </a:avLst>
          </a:prstGeom>
          <a:solidFill xmlns:a="http://schemas.openxmlformats.org/drawingml/2006/main">
            <a:srgbClr val="F5F4EE"/>
          </a:solidFill>
          <a:ln xmlns:a="http://schemas.openxmlformats.org/drawingml/2006/main" w="12383">
            <a:solidFill>
              <a:srgbClr val="D5D4C6"/>
            </a:solidFill>
            <a:prstDash val="solid"/>
          </a:ln>
        </p:spPr>
      </p:sp>
      <p:sp>
        <p:nvSpPr>
          <p:cNvPr id="93" name="database-body">
            <a:extLst xmlns:a="http://schemas.openxmlformats.org/drawingml/2006/main">
              <a:ext uri="{FF2B5EF4-FFF2-40B4-BE49-F238E27FC236}">
                <a16:creationId xmlns:a16="http://schemas.microsoft.com/office/drawing/2014/main" id="{C14CF36C-643E-46FF-8CC2-03F2ACE71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5410200"/>
            <a:ext cx="457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9E0"/>
          </a:solidFill>
          <a:ln xmlns:a="http://schemas.openxmlformats.org/drawingml/2006/main" w="13335">
            <a:solidFill>
              <a:srgbClr val="60776F"/>
            </a:solidFill>
            <a:prstDash val="solid"/>
          </a:ln>
        </p:spPr>
      </p:sp>
      <p:sp>
        <p:nvSpPr>
          <p:cNvPr id="94" name="database-bottom">
            <a:extLst xmlns:a="http://schemas.openxmlformats.org/drawingml/2006/main">
              <a:ext uri="{FF2B5EF4-FFF2-40B4-BE49-F238E27FC236}">
                <a16:creationId xmlns:a16="http://schemas.microsoft.com/office/drawing/2014/main" id="{E6B98CEC-B298-4110-A25B-3FA6675A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5724525"/>
            <a:ext cx="45720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E9E0"/>
          </a:solidFill>
          <a:ln xmlns:a="http://schemas.openxmlformats.org/drawingml/2006/main" w="13335">
            <a:solidFill>
              <a:srgbClr val="60776F"/>
            </a:solidFill>
            <a:prstDash val="solid"/>
          </a:ln>
        </p:spPr>
      </p:sp>
      <p:sp>
        <p:nvSpPr>
          <p:cNvPr id="95" name="database-top">
            <a:extLst xmlns:a="http://schemas.openxmlformats.org/drawingml/2006/main">
              <a:ext uri="{FF2B5EF4-FFF2-40B4-BE49-F238E27FC236}">
                <a16:creationId xmlns:a16="http://schemas.microsoft.com/office/drawing/2014/main" id="{D80D3D50-65B5-448A-9A4B-2B037279F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5343525"/>
            <a:ext cx="457200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FAF5"/>
          </a:solidFill>
          <a:ln xmlns:a="http://schemas.openxmlformats.org/drawingml/2006/main" w="13335">
            <a:solidFill>
              <a:srgbClr val="60776F"/>
            </a:solidFill>
            <a:prstDash val="solid"/>
          </a:ln>
        </p:spPr>
      </p:sp>
      <p:sp>
        <p:nvSpPr>
          <p:cNvPr id="96" name="database-divider1">
            <a:extLst xmlns:a="http://schemas.openxmlformats.org/drawingml/2006/main">
              <a:ext uri="{FF2B5EF4-FFF2-40B4-BE49-F238E27FC236}">
                <a16:creationId xmlns:a16="http://schemas.microsoft.com/office/drawing/2014/main" id="{D0C6B77D-A61D-497A-A8BC-8E83AC927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543550"/>
            <a:ext cx="438150" cy="47625"/>
          </a:xfrm>
          <a:custGeom xmlns:a="http://schemas.openxmlformats.org/drawingml/2006/main">
            <a:pathLst>
              <a:path w="438150" h="47625">
                <a:moveTo>
                  <a:pt x="0" y="0"/>
                </a:moveTo>
                <a:lnTo>
                  <a:pt x="95250" y="47625"/>
                </a:lnTo>
                <a:lnTo>
                  <a:pt x="342900" y="47625"/>
                </a:lnTo>
                <a:lnTo>
                  <a:pt x="438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0776F"/>
            </a:solidFill>
            <a:prstDash val="solid"/>
          </a:ln>
        </p:spPr>
      </p:sp>
      <p:sp>
        <p:nvSpPr>
          <p:cNvPr id="97" name="database-divider2">
            <a:extLst xmlns:a="http://schemas.openxmlformats.org/drawingml/2006/main">
              <a:ext uri="{FF2B5EF4-FFF2-40B4-BE49-F238E27FC236}">
                <a16:creationId xmlns:a16="http://schemas.microsoft.com/office/drawing/2014/main" id="{47ACD9EF-3891-4896-BBB4-61052651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648325"/>
            <a:ext cx="438150" cy="47625"/>
          </a:xfrm>
          <a:custGeom xmlns:a="http://schemas.openxmlformats.org/drawingml/2006/main">
            <a:pathLst>
              <a:path w="438150" h="47625">
                <a:moveTo>
                  <a:pt x="0" y="0"/>
                </a:moveTo>
                <a:lnTo>
                  <a:pt x="95250" y="47625"/>
                </a:lnTo>
                <a:lnTo>
                  <a:pt x="342900" y="47625"/>
                </a:lnTo>
                <a:lnTo>
                  <a:pt x="438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0776F"/>
            </a:solidFill>
            <a:prstDash val="solid"/>
          </a:ln>
        </p:spPr>
      </p:sp>
      <p:sp>
        <p:nvSpPr>
          <p:cNvPr id="98" name="dataset-name">
            <a:extLst xmlns:a="http://schemas.openxmlformats.org/drawingml/2006/main">
              <a:ext uri="{FF2B5EF4-FFF2-40B4-BE49-F238E27FC236}">
                <a16:creationId xmlns:a16="http://schemas.microsoft.com/office/drawing/2014/main" id="{1461EA2C-14C1-483E-A32E-44CDC6884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248275"/>
            <a:ext cx="2276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本地数据 D</a:t>
            </a:r>
          </a:p>
        </p:txBody>
      </p:sp>
      <p:sp>
        <p:nvSpPr>
          <p:cNvPr id="99" name="dataset-count">
            <a:extLst xmlns:a="http://schemas.openxmlformats.org/drawingml/2006/main">
              <a:ext uri="{FF2B5EF4-FFF2-40B4-BE49-F238E27FC236}">
                <a16:creationId xmlns:a16="http://schemas.microsoft.com/office/drawing/2014/main" id="{24605035-1A7E-4901-ABDD-D8E5B271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572125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125,172 条城市日</a:t>
            </a:r>
          </a:p>
        </p:txBody>
      </p:sp>
      <p:sp>
        <p:nvSpPr>
          <p:cNvPr id="100" name="dataset-engine">
            <a:extLst xmlns:a="http://schemas.openxmlformats.org/drawingml/2006/main">
              <a:ext uri="{FF2B5EF4-FFF2-40B4-BE49-F238E27FC236}">
                <a16:creationId xmlns:a16="http://schemas.microsoft.com/office/drawing/2014/main" id="{3FB9B03E-C9DF-4847-B53B-34A3DC16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83882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rPr>
              <a:t>CSV / SQLite · 2024</a:t>
            </a:r>
          </a:p>
        </p:txBody>
      </p:sp>
      <p:sp>
        <p:nvSpPr>
          <p:cNvPr id="101" name="data-to-executor">
            <a:extLst xmlns:a="http://schemas.openxmlformats.org/drawingml/2006/main">
              <a:ext uri="{FF2B5EF4-FFF2-40B4-BE49-F238E27FC236}">
                <a16:creationId xmlns:a16="http://schemas.microsoft.com/office/drawing/2014/main" id="{145FAD6E-21F3-4FAF-A049-C18072AB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648200"/>
            <a:ext cx="9525" cy="504825"/>
          </a:xfrm>
          <a:custGeom xmlns:a="http://schemas.openxmlformats.org/drawingml/2006/main">
            <a:pathLst>
              <a:path w="9525" h="504825">
                <a:moveTo>
                  <a:pt x="0" y="5048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83958C"/>
            </a:solidFill>
            <a:prstDash val="solid"/>
          </a:ln>
        </p:spPr>
      </p:sp>
      <p:sp>
        <p:nvSpPr>
          <p:cNvPr id="102" name="data-to-executor-arrow">
            <a:extLst xmlns:a="http://schemas.openxmlformats.org/drawingml/2006/main">
              <a:ext uri="{FF2B5EF4-FFF2-40B4-BE49-F238E27FC236}">
                <a16:creationId xmlns:a16="http://schemas.microsoft.com/office/drawing/2014/main" id="{C3C037BC-B694-4E57-90A9-AD8091849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7984" y="4648200"/>
            <a:ext cx="65532" cy="76200"/>
          </a:xfrm>
          <a:custGeom xmlns:a="http://schemas.openxmlformats.org/drawingml/2006/main">
            <a:pathLst>
              <a:path w="65532" h="76200">
                <a:moveTo>
                  <a:pt x="32766" y="0"/>
                </a:moveTo>
                <a:lnTo>
                  <a:pt x="65532" y="7620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83958C"/>
          </a:solidFill>
          <a:ln xmlns:a="http://schemas.openxmlformats.org/drawingml/2006/main" w="4763">
            <a:solidFill>
              <a:srgbClr val="83958C"/>
            </a:solidFill>
            <a:prstDash val="solid"/>
          </a:ln>
        </p:spPr>
      </p:sp>
      <p:sp>
        <p:nvSpPr>
          <p:cNvPr id="103" name="legend-action">
            <a:extLst xmlns:a="http://schemas.openxmlformats.org/drawingml/2006/main">
              <a:ext uri="{FF2B5EF4-FFF2-40B4-BE49-F238E27FC236}">
                <a16:creationId xmlns:a16="http://schemas.microsoft.com/office/drawing/2014/main" id="{33120901-E876-4088-A449-3CF52905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419850"/>
            <a:ext cx="352425" cy="9525"/>
          </a:xfrm>
          <a:custGeom xmlns:a="http://schemas.openxmlformats.org/drawingml/2006/main">
            <a:pathLst>
              <a:path w="352425" h="9525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68574"/>
            </a:solidFill>
            <a:prstDash val="solid"/>
          </a:ln>
        </p:spPr>
      </p:sp>
      <p:sp>
        <p:nvSpPr>
          <p:cNvPr id="104" name="legend-action-arrow">
            <a:extLst xmlns:a="http://schemas.openxmlformats.org/drawingml/2006/main">
              <a:ext uri="{FF2B5EF4-FFF2-40B4-BE49-F238E27FC236}">
                <a16:creationId xmlns:a16="http://schemas.microsoft.com/office/drawing/2014/main" id="{1E8D78EE-6EAF-4DAE-8D01-12AE315E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387084"/>
            <a:ext cx="76200" cy="65532"/>
          </a:xfrm>
          <a:custGeom xmlns:a="http://schemas.openxmlformats.org/drawingml/2006/main">
            <a:pathLst>
              <a:path w="76200" h="65532">
                <a:moveTo>
                  <a:pt x="76200" y="32766"/>
                </a:moveTo>
                <a:lnTo>
                  <a:pt x="0" y="6553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68574"/>
          </a:solidFill>
          <a:ln xmlns:a="http://schemas.openxmlformats.org/drawingml/2006/main" w="4763">
            <a:solidFill>
              <a:srgbClr val="168574"/>
            </a:solidFill>
            <a:prstDash val="solid"/>
          </a:ln>
        </p:spPr>
      </p:sp>
      <p:sp>
        <p:nvSpPr>
          <p:cNvPr id="105" name="legend-action-text">
            <a:extLst xmlns:a="http://schemas.openxmlformats.org/drawingml/2006/main">
              <a:ext uri="{FF2B5EF4-FFF2-40B4-BE49-F238E27FC236}">
                <a16:creationId xmlns:a16="http://schemas.microsoft.com/office/drawing/2014/main" id="{C3FFCCE7-A37E-4BE7-BECE-C9E5A82A8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276975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工具请求 aₜ</a:t>
            </a:r>
          </a:p>
        </p:txBody>
      </p:sp>
      <p:sp>
        <p:nvSpPr>
          <p:cNvPr id="106" name="legend-observation">
            <a:extLst xmlns:a="http://schemas.openxmlformats.org/drawingml/2006/main">
              <a:ext uri="{FF2B5EF4-FFF2-40B4-BE49-F238E27FC236}">
                <a16:creationId xmlns:a16="http://schemas.microsoft.com/office/drawing/2014/main" id="{78FE8BAF-3A04-4CE9-86F2-40C2E0B78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6419850"/>
            <a:ext cx="352425" cy="9525"/>
          </a:xfrm>
          <a:custGeom xmlns:a="http://schemas.openxmlformats.org/drawingml/2006/main">
            <a:pathLst>
              <a:path w="352425" h="9525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4C78A6"/>
            </a:solidFill>
            <a:prstDash val="solid"/>
          </a:ln>
        </p:spPr>
      </p:sp>
      <p:sp>
        <p:nvSpPr>
          <p:cNvPr id="107" name="legend-observation-arrow">
            <a:extLst xmlns:a="http://schemas.openxmlformats.org/drawingml/2006/main">
              <a:ext uri="{FF2B5EF4-FFF2-40B4-BE49-F238E27FC236}">
                <a16:creationId xmlns:a16="http://schemas.microsoft.com/office/drawing/2014/main" id="{D78AEBE5-C89B-4CA2-A9AA-1BA704D8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6387084"/>
            <a:ext cx="76200" cy="65532"/>
          </a:xfrm>
          <a:custGeom xmlns:a="http://schemas.openxmlformats.org/drawingml/2006/main">
            <a:pathLst>
              <a:path w="76200" h="65532">
                <a:moveTo>
                  <a:pt x="76200" y="32766"/>
                </a:moveTo>
                <a:lnTo>
                  <a:pt x="0" y="6553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C78A6"/>
          </a:solidFill>
          <a:ln xmlns:a="http://schemas.openxmlformats.org/drawingml/2006/main" w="4763">
            <a:solidFill>
              <a:srgbClr val="4C78A6"/>
            </a:solidFill>
            <a:prstDash val="solid"/>
          </a:ln>
        </p:spPr>
      </p:sp>
      <p:sp>
        <p:nvSpPr>
          <p:cNvPr id="108" name="legend-observation-text">
            <a:extLst xmlns:a="http://schemas.openxmlformats.org/drawingml/2006/main">
              <a:ext uri="{FF2B5EF4-FFF2-40B4-BE49-F238E27FC236}">
                <a16:creationId xmlns:a16="http://schemas.microsoft.com/office/drawing/2014/main" id="{896874D7-D813-4275-BCA8-6F3E5EB51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6276975"/>
            <a:ext cx="1571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rPr>
              <a:t>执行结果 oₜ</a:t>
            </a:r>
          </a:p>
        </p:txBody>
      </p:sp>
      <p:sp>
        <p:nvSpPr>
          <p:cNvPr id="109" name="legend-answer">
            <a:extLst xmlns:a="http://schemas.openxmlformats.org/drawingml/2006/main">
              <a:ext uri="{FF2B5EF4-FFF2-40B4-BE49-F238E27FC236}">
                <a16:creationId xmlns:a16="http://schemas.microsoft.com/office/drawing/2014/main" id="{C11DA09A-20B2-4464-ABAC-4545D815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6419850"/>
            <a:ext cx="352425" cy="9525"/>
          </a:xfrm>
          <a:custGeom xmlns:a="http://schemas.openxmlformats.org/drawingml/2006/main">
            <a:pathLst>
              <a:path w="352425" h="9525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AF8046"/>
            </a:solidFill>
            <a:prstDash val="solid"/>
          </a:ln>
        </p:spPr>
      </p:sp>
      <p:sp>
        <p:nvSpPr>
          <p:cNvPr id="110" name="legend-answer-arrow">
            <a:extLst xmlns:a="http://schemas.openxmlformats.org/drawingml/2006/main">
              <a:ext uri="{FF2B5EF4-FFF2-40B4-BE49-F238E27FC236}">
                <a16:creationId xmlns:a16="http://schemas.microsoft.com/office/drawing/2014/main" id="{B22EAFC7-D607-4C4F-957C-09DCF1C5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6387084"/>
            <a:ext cx="76200" cy="65532"/>
          </a:xfrm>
          <a:custGeom xmlns:a="http://schemas.openxmlformats.org/drawingml/2006/main">
            <a:pathLst>
              <a:path w="76200" h="65532">
                <a:moveTo>
                  <a:pt x="76200" y="32766"/>
                </a:moveTo>
                <a:lnTo>
                  <a:pt x="0" y="6553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AF8046"/>
          </a:solidFill>
          <a:ln xmlns:a="http://schemas.openxmlformats.org/drawingml/2006/main" w="4763">
            <a:solidFill>
              <a:srgbClr val="AF8046"/>
            </a:solidFill>
            <a:prstDash val="solid"/>
          </a:ln>
        </p:spPr>
      </p:sp>
      <p:sp>
        <p:nvSpPr>
          <p:cNvPr id="111" name="legend-answer-text">
            <a:extLst xmlns:a="http://schemas.openxmlformats.org/drawingml/2006/main">
              <a:ext uri="{FF2B5EF4-FFF2-40B4-BE49-F238E27FC236}">
                <a16:creationId xmlns:a16="http://schemas.microsoft.com/office/drawing/2014/main" id="{6D9EB35E-9AAC-4FCE-9CF5-53B56689F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2769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rPr>
              <a:t>最终输出</a:t>
            </a:r>
          </a:p>
        </p:txBody>
      </p:sp>
    </p:spTree>
    <p:extLst>
      <p:ext uri="{BB962C8B-B14F-4D97-AF65-F5344CB8AC3E}">
        <p14:creationId xmlns:p14="http://schemas.microsoft.com/office/powerpoint/2010/main" val="18459271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26">
            <a:extLst xmlns:a="http://schemas.openxmlformats.org/drawingml/2006/main">
              <a:ext uri="{FF2B5EF4-FFF2-40B4-BE49-F238E27FC236}">
                <a16:creationId xmlns:a16="http://schemas.microsoft.com/office/drawing/2014/main" id="{AAC10AB3-5FBA-4584-933A-3A3E061E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一次真实提问，触发五次模型工具调用</a:t>
            </a:r>
          </a:p>
        </p:txBody>
      </p:sp>
      <p:sp>
        <p:nvSpPr>
          <p:cNvPr id="2" name="rect-27">
            <a:extLst xmlns:a="http://schemas.openxmlformats.org/drawingml/2006/main">
              <a:ext uri="{FF2B5EF4-FFF2-40B4-BE49-F238E27FC236}">
                <a16:creationId xmlns:a16="http://schemas.microsoft.com/office/drawing/2014/main" id="{7B4447F2-1140-4F0E-A4B2-6A9FAD13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9675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28">
            <a:extLst xmlns:a="http://schemas.openxmlformats.org/drawingml/2006/main">
              <a:ext uri="{FF2B5EF4-FFF2-40B4-BE49-F238E27FC236}">
                <a16:creationId xmlns:a16="http://schemas.microsoft.com/office/drawing/2014/main" id="{C4FE16CB-6F5B-4507-9364-457368A5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1093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查询：找出 2024 年 PM2.5 年均最高的 5 个城市，并绘制月度变化。</a:t>
            </a:r>
          </a:p>
        </p:txBody>
      </p:sp>
      <p:sp>
        <p:nvSpPr>
          <p:cNvPr id="4" name="ellipse-29">
            <a:extLst xmlns:a="http://schemas.openxmlformats.org/drawingml/2006/main">
              <a:ext uri="{FF2B5EF4-FFF2-40B4-BE49-F238E27FC236}">
                <a16:creationId xmlns:a16="http://schemas.microsoft.com/office/drawing/2014/main" id="{B9D83483-2780-4534-81BA-98C33F8E7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152650"/>
            <a:ext cx="276225" cy="2762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30">
            <a:extLst xmlns:a="http://schemas.openxmlformats.org/drawingml/2006/main">
              <a:ext uri="{FF2B5EF4-FFF2-40B4-BE49-F238E27FC236}">
                <a16:creationId xmlns:a16="http://schemas.microsoft.com/office/drawing/2014/main" id="{6B303D87-BB05-4C8F-9437-2BCBBA85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152650"/>
            <a:ext cx="2762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6" name="text-31">
            <a:extLst xmlns:a="http://schemas.openxmlformats.org/drawingml/2006/main">
              <a:ext uri="{FF2B5EF4-FFF2-40B4-BE49-F238E27FC236}">
                <a16:creationId xmlns:a16="http://schemas.microsoft.com/office/drawing/2014/main" id="{C60328D8-58E8-44C1-BDBD-E618CCC9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20764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get_dataset_info</a:t>
            </a:r>
          </a:p>
        </p:txBody>
      </p:sp>
      <p:sp>
        <p:nvSpPr>
          <p:cNvPr id="7" name="text-32">
            <a:extLst xmlns:a="http://schemas.openxmlformats.org/drawingml/2006/main">
              <a:ext uri="{FF2B5EF4-FFF2-40B4-BE49-F238E27FC236}">
                <a16:creationId xmlns:a16="http://schemas.microsoft.com/office/drawing/2014/main" id="{D84EBCF3-F179-49D2-BDD5-299DA3F7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07645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21.16 ms</a:t>
            </a:r>
          </a:p>
        </p:txBody>
      </p:sp>
      <p:sp>
        <p:nvSpPr>
          <p:cNvPr id="8" name="path-33">
            <a:extLst xmlns:a="http://schemas.openxmlformats.org/drawingml/2006/main">
              <a:ext uri="{FF2B5EF4-FFF2-40B4-BE49-F238E27FC236}">
                <a16:creationId xmlns:a16="http://schemas.microsoft.com/office/drawing/2014/main" id="{FA0F7029-9B12-4380-A431-8171B12C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57450"/>
            <a:ext cx="9525" cy="352425"/>
          </a:xfrm>
          <a:custGeom xmlns:a="http://schemas.openxmlformats.org/drawingml/2006/main">
            <a:pathLst>
              <a:path w="9525" h="352425">
                <a:moveTo>
                  <a:pt x="0" y="0"/>
                </a:moveTo>
                <a:lnTo>
                  <a:pt x="0" y="352425"/>
                </a:lnTo>
              </a:path>
            </a:pathLst>
          </a:custGeom>
          <a:noFill xmlns:a="http://schemas.openxmlformats.org/drawingml/2006/main"/>
          <a:ln xmlns:a="http://schemas.openxmlformats.org/drawingml/2006/main" w="15240">
            <a:solidFill>
              <a:srgbClr val="D5DED5"/>
            </a:solidFill>
            <a:prstDash val="solid"/>
          </a:ln>
        </p:spPr>
      </p:sp>
      <p:sp>
        <p:nvSpPr>
          <p:cNvPr id="9" name="ellipse-34">
            <a:extLst xmlns:a="http://schemas.openxmlformats.org/drawingml/2006/main">
              <a:ext uri="{FF2B5EF4-FFF2-40B4-BE49-F238E27FC236}">
                <a16:creationId xmlns:a16="http://schemas.microsoft.com/office/drawing/2014/main" id="{EA9F67C0-5B07-465F-AE62-4751AF7D0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838450"/>
            <a:ext cx="276225" cy="2762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-35">
            <a:extLst xmlns:a="http://schemas.openxmlformats.org/drawingml/2006/main">
              <a:ext uri="{FF2B5EF4-FFF2-40B4-BE49-F238E27FC236}">
                <a16:creationId xmlns:a16="http://schemas.microsoft.com/office/drawing/2014/main" id="{F96BA169-FAEE-4512-8317-F4D465FF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838450"/>
            <a:ext cx="2762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1" name="text-36">
            <a:extLst xmlns:a="http://schemas.openxmlformats.org/drawingml/2006/main">
              <a:ext uri="{FF2B5EF4-FFF2-40B4-BE49-F238E27FC236}">
                <a16:creationId xmlns:a16="http://schemas.microsoft.com/office/drawing/2014/main" id="{91A03047-2936-459A-8E3A-1ABD5600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27622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clean_data</a:t>
            </a:r>
          </a:p>
        </p:txBody>
      </p:sp>
      <p:sp>
        <p:nvSpPr>
          <p:cNvPr id="12" name="text-37">
            <a:extLst xmlns:a="http://schemas.openxmlformats.org/drawingml/2006/main">
              <a:ext uri="{FF2B5EF4-FFF2-40B4-BE49-F238E27FC236}">
                <a16:creationId xmlns:a16="http://schemas.microsoft.com/office/drawing/2014/main" id="{7E595904-50CD-4D0C-8C9A-16D6262D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76225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13.51 ms</a:t>
            </a:r>
          </a:p>
        </p:txBody>
      </p:sp>
      <p:sp>
        <p:nvSpPr>
          <p:cNvPr id="13" name="path-38">
            <a:extLst xmlns:a="http://schemas.openxmlformats.org/drawingml/2006/main">
              <a:ext uri="{FF2B5EF4-FFF2-40B4-BE49-F238E27FC236}">
                <a16:creationId xmlns:a16="http://schemas.microsoft.com/office/drawing/2014/main" id="{953A4383-5194-4FBB-A06C-6245672F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43250"/>
            <a:ext cx="9525" cy="352425"/>
          </a:xfrm>
          <a:custGeom xmlns:a="http://schemas.openxmlformats.org/drawingml/2006/main">
            <a:pathLst>
              <a:path w="9525" h="352425">
                <a:moveTo>
                  <a:pt x="0" y="0"/>
                </a:moveTo>
                <a:lnTo>
                  <a:pt x="0" y="352425"/>
                </a:lnTo>
              </a:path>
            </a:pathLst>
          </a:custGeom>
          <a:noFill xmlns:a="http://schemas.openxmlformats.org/drawingml/2006/main"/>
          <a:ln xmlns:a="http://schemas.openxmlformats.org/drawingml/2006/main" w="15240">
            <a:solidFill>
              <a:srgbClr val="D5DED5"/>
            </a:solidFill>
            <a:prstDash val="solid"/>
          </a:ln>
        </p:spPr>
      </p:sp>
      <p:sp>
        <p:nvSpPr>
          <p:cNvPr id="14" name="ellipse-39">
            <a:extLst xmlns:a="http://schemas.openxmlformats.org/drawingml/2006/main">
              <a:ext uri="{FF2B5EF4-FFF2-40B4-BE49-F238E27FC236}">
                <a16:creationId xmlns:a16="http://schemas.microsoft.com/office/drawing/2014/main" id="{F8145B3E-1415-4B52-A1CE-C7122119F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524250"/>
            <a:ext cx="276225" cy="2762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40">
            <a:extLst xmlns:a="http://schemas.openxmlformats.org/drawingml/2006/main">
              <a:ext uri="{FF2B5EF4-FFF2-40B4-BE49-F238E27FC236}">
                <a16:creationId xmlns:a16="http://schemas.microsoft.com/office/drawing/2014/main" id="{9187BF4D-37BC-4BB9-8500-20FA8963B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524250"/>
            <a:ext cx="2762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text-41">
            <a:extLst xmlns:a="http://schemas.openxmlformats.org/drawingml/2006/main">
              <a:ext uri="{FF2B5EF4-FFF2-40B4-BE49-F238E27FC236}">
                <a16:creationId xmlns:a16="http://schemas.microsoft.com/office/drawing/2014/main" id="{BF01EFA3-0DF8-4F94-8114-6220EE8BB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34480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analyze_air_quality</a:t>
            </a:r>
          </a:p>
        </p:txBody>
      </p:sp>
      <p:sp>
        <p:nvSpPr>
          <p:cNvPr id="17" name="text-42">
            <a:extLst xmlns:a="http://schemas.openxmlformats.org/drawingml/2006/main">
              <a:ext uri="{FF2B5EF4-FFF2-40B4-BE49-F238E27FC236}">
                <a16:creationId xmlns:a16="http://schemas.microsoft.com/office/drawing/2014/main" id="{2CF799B5-FB4E-4AD6-8D7B-F401C5F3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44805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175.79 ms</a:t>
            </a:r>
          </a:p>
        </p:txBody>
      </p:sp>
      <p:sp>
        <p:nvSpPr>
          <p:cNvPr id="18" name="path-43">
            <a:extLst xmlns:a="http://schemas.openxmlformats.org/drawingml/2006/main">
              <a:ext uri="{FF2B5EF4-FFF2-40B4-BE49-F238E27FC236}">
                <a16:creationId xmlns:a16="http://schemas.microsoft.com/office/drawing/2014/main" id="{1A0ABD32-0127-487A-99EA-404F1D58E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29050"/>
            <a:ext cx="9525" cy="352425"/>
          </a:xfrm>
          <a:custGeom xmlns:a="http://schemas.openxmlformats.org/drawingml/2006/main">
            <a:pathLst>
              <a:path w="9525" h="352425">
                <a:moveTo>
                  <a:pt x="0" y="0"/>
                </a:moveTo>
                <a:lnTo>
                  <a:pt x="0" y="352425"/>
                </a:lnTo>
              </a:path>
            </a:pathLst>
          </a:custGeom>
          <a:noFill xmlns:a="http://schemas.openxmlformats.org/drawingml/2006/main"/>
          <a:ln xmlns:a="http://schemas.openxmlformats.org/drawingml/2006/main" w="15240">
            <a:solidFill>
              <a:srgbClr val="D5DED5"/>
            </a:solidFill>
            <a:prstDash val="solid"/>
          </a:ln>
        </p:spPr>
      </p:sp>
      <p:sp>
        <p:nvSpPr>
          <p:cNvPr id="19" name="ellipse-44">
            <a:extLst xmlns:a="http://schemas.openxmlformats.org/drawingml/2006/main">
              <a:ext uri="{FF2B5EF4-FFF2-40B4-BE49-F238E27FC236}">
                <a16:creationId xmlns:a16="http://schemas.microsoft.com/office/drawing/2014/main" id="{BC44E7FE-D70A-4EFB-85E0-181F0FFE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210050"/>
            <a:ext cx="276225" cy="2762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5">
            <a:extLst xmlns:a="http://schemas.openxmlformats.org/drawingml/2006/main">
              <a:ext uri="{FF2B5EF4-FFF2-40B4-BE49-F238E27FC236}">
                <a16:creationId xmlns:a16="http://schemas.microsoft.com/office/drawing/2014/main" id="{8BC996D0-924F-4577-93A9-1E47FE218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210050"/>
            <a:ext cx="2762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1" name="text-46">
            <a:extLst xmlns:a="http://schemas.openxmlformats.org/drawingml/2006/main">
              <a:ext uri="{FF2B5EF4-FFF2-40B4-BE49-F238E27FC236}">
                <a16:creationId xmlns:a16="http://schemas.microsoft.com/office/drawing/2014/main" id="{9681FAFA-902D-4984-AD97-FC724323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41338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validate_result</a:t>
            </a:r>
          </a:p>
        </p:txBody>
      </p:sp>
      <p:sp>
        <p:nvSpPr>
          <p:cNvPr id="22" name="text-47">
            <a:extLst xmlns:a="http://schemas.openxmlformats.org/drawingml/2006/main">
              <a:ext uri="{FF2B5EF4-FFF2-40B4-BE49-F238E27FC236}">
                <a16:creationId xmlns:a16="http://schemas.microsoft.com/office/drawing/2014/main" id="{A6035A3E-4752-4F5A-B9F5-AB67B52F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413385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0.50 ms</a:t>
            </a:r>
          </a:p>
        </p:txBody>
      </p:sp>
      <p:sp>
        <p:nvSpPr>
          <p:cNvPr id="23" name="path-48">
            <a:extLst xmlns:a="http://schemas.openxmlformats.org/drawingml/2006/main">
              <a:ext uri="{FF2B5EF4-FFF2-40B4-BE49-F238E27FC236}">
                <a16:creationId xmlns:a16="http://schemas.microsoft.com/office/drawing/2014/main" id="{0FCC6D1A-8DDA-4867-9FC7-07B995BA8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14850"/>
            <a:ext cx="9525" cy="352425"/>
          </a:xfrm>
          <a:custGeom xmlns:a="http://schemas.openxmlformats.org/drawingml/2006/main">
            <a:pathLst>
              <a:path w="9525" h="352425">
                <a:moveTo>
                  <a:pt x="0" y="0"/>
                </a:moveTo>
                <a:lnTo>
                  <a:pt x="0" y="352425"/>
                </a:lnTo>
              </a:path>
            </a:pathLst>
          </a:custGeom>
          <a:noFill xmlns:a="http://schemas.openxmlformats.org/drawingml/2006/main"/>
          <a:ln xmlns:a="http://schemas.openxmlformats.org/drawingml/2006/main" w="15240">
            <a:solidFill>
              <a:srgbClr val="D5DED5"/>
            </a:solidFill>
            <a:prstDash val="solid"/>
          </a:ln>
        </p:spPr>
      </p:sp>
      <p:sp>
        <p:nvSpPr>
          <p:cNvPr id="24" name="ellipse-49">
            <a:extLst xmlns:a="http://schemas.openxmlformats.org/drawingml/2006/main">
              <a:ext uri="{FF2B5EF4-FFF2-40B4-BE49-F238E27FC236}">
                <a16:creationId xmlns:a16="http://schemas.microsoft.com/office/drawing/2014/main" id="{8D330A7E-3799-46AD-B3B2-92368A83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895850"/>
            <a:ext cx="276225" cy="2762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ext-50">
            <a:extLst xmlns:a="http://schemas.openxmlformats.org/drawingml/2006/main">
              <a:ext uri="{FF2B5EF4-FFF2-40B4-BE49-F238E27FC236}">
                <a16:creationId xmlns:a16="http://schemas.microsoft.com/office/drawing/2014/main" id="{97A7F792-D6BB-4DD6-BE8A-AE0195EB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895850"/>
            <a:ext cx="2762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26" name="text-51">
            <a:extLst xmlns:a="http://schemas.openxmlformats.org/drawingml/2006/main">
              <a:ext uri="{FF2B5EF4-FFF2-40B4-BE49-F238E27FC236}">
                <a16:creationId xmlns:a16="http://schemas.microsoft.com/office/drawing/2014/main" id="{9BBB557C-E82E-4075-A062-1FCAB4739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48196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render_visualization</a:t>
            </a:r>
          </a:p>
        </p:txBody>
      </p:sp>
      <p:sp>
        <p:nvSpPr>
          <p:cNvPr id="27" name="text-52">
            <a:extLst xmlns:a="http://schemas.openxmlformats.org/drawingml/2006/main">
              <a:ext uri="{FF2B5EF4-FFF2-40B4-BE49-F238E27FC236}">
                <a16:creationId xmlns:a16="http://schemas.microsoft.com/office/drawing/2014/main" id="{EF388E3D-9AA6-44E4-A54A-315005F1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481965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4.75 ms</a:t>
            </a:r>
          </a:p>
        </p:txBody>
      </p:sp>
      <p:sp>
        <p:nvSpPr>
          <p:cNvPr id="28" name="rect-53">
            <a:extLst xmlns:a="http://schemas.openxmlformats.org/drawingml/2006/main">
              <a:ext uri="{FF2B5EF4-FFF2-40B4-BE49-F238E27FC236}">
                <a16:creationId xmlns:a16="http://schemas.microsoft.com/office/drawing/2014/main" id="{DB38D8D4-E7AD-40CE-B0DE-72296A90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076450"/>
            <a:ext cx="5915025" cy="2105025"/>
          </a:xfrm>
          <a:prstGeom xmlns:a="http://schemas.openxmlformats.org/drawingml/2006/main" prst="roundRect">
            <a:avLst>
              <a:gd name="adj" fmla="val 3167"/>
            </a:avLst>
          </a:prstGeom>
          <a:solidFill xmlns:a="http://schemas.openxmlformats.org/drawingml/2006/main">
            <a:srgbClr val="153D3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text-54">
            <a:extLst xmlns:a="http://schemas.openxmlformats.org/drawingml/2006/main">
              <a:ext uri="{FF2B5EF4-FFF2-40B4-BE49-F238E27FC236}">
                <a16:creationId xmlns:a16="http://schemas.microsoft.com/office/drawing/2014/main" id="{08068EC0-449C-4743-BD79-191678F6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200275"/>
            <a:ext cx="5467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模型发出的结构化计划</a:t>
            </a:r>
          </a:p>
        </p:txBody>
      </p:sp>
      <p:sp>
        <p:nvSpPr>
          <p:cNvPr id="30" name="text-55">
            <a:extLst xmlns:a="http://schemas.openxmlformats.org/drawingml/2006/main">
              <a:ext uri="{FF2B5EF4-FFF2-40B4-BE49-F238E27FC236}">
                <a16:creationId xmlns:a16="http://schemas.microsoft.com/office/drawing/2014/main" id="{89E1B59D-62C0-46D2-ACC4-EB6FFF0D1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647950"/>
            <a:ext cx="5429250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CAE3D7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CAE3D7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CAE3D7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CAE3D7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CAE3D7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CAE3D7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CAE3D7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CAE3D7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CAE3D7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CAE3D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CAE3D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CAE3D7"/>
                </a:solidFill>
                <a:latin typeface="PingFang SC"/>
                <a:ea typeface="PingFang SC"/>
                <a:cs typeface="PingFang SC"/>
              </a:rPr>
              <a:t>tool: analyze_air_quality</a:t>
            </a:r>
          </a:p>
          <a:p xmlns:a="http://schemas.openxmlformats.org/drawingml/2006/main">
            <a:pPr algn="l">
              <a:defRPr sz="1650" b="0">
                <a:solidFill>
                  <a:srgbClr val="CAE3D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CAE3D7"/>
                </a:solidFill>
                <a:latin typeface="PingFang SC"/>
                <a:ea typeface="PingFang SC"/>
                <a:cs typeface="PingFang SC"/>
              </a:rPr>
              <a:t>intent: ranking     pollutant: PM2.5</a:t>
            </a:r>
          </a:p>
          <a:p xmlns:a="http://schemas.openxmlformats.org/drawingml/2006/main">
            <a:pPr algn="l">
              <a:defRPr sz="1650" b="0">
                <a:solidFill>
                  <a:srgbClr val="CAE3D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CAE3D7"/>
                </a:solidFill>
                <a:latin typeface="PingFang SC"/>
                <a:ea typeface="PingFang SC"/>
                <a:cs typeface="PingFang SC"/>
              </a:rPr>
              <a:t>year: 2024          group_by: city</a:t>
            </a:r>
          </a:p>
          <a:p xmlns:a="http://schemas.openxmlformats.org/drawingml/2006/main">
            <a:pPr algn="l">
              <a:defRPr sz="1650" b="0">
                <a:solidFill>
                  <a:srgbClr val="CAE3D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CAE3D7"/>
                </a:solidFill>
                <a:latin typeface="PingFang SC"/>
                <a:ea typeface="PingFang SC"/>
                <a:cs typeface="PingFang SC"/>
              </a:rPr>
              <a:t>top_n: 5            cities: []</a:t>
            </a:r>
          </a:p>
        </p:txBody>
      </p:sp>
      <p:sp>
        <p:nvSpPr>
          <p:cNvPr id="31" name="text-56">
            <a:extLst xmlns:a="http://schemas.openxmlformats.org/drawingml/2006/main">
              <a:ext uri="{FF2B5EF4-FFF2-40B4-BE49-F238E27FC236}">
                <a16:creationId xmlns:a16="http://schemas.microsoft.com/office/drawing/2014/main" id="{2872E288-2580-4F5B-BA78-B03A74E4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37197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工具返回</a:t>
            </a:r>
          </a:p>
        </p:txBody>
      </p:sp>
      <p:sp>
        <p:nvSpPr>
          <p:cNvPr id="32" name="text-57">
            <a:extLst xmlns:a="http://schemas.openxmlformats.org/drawingml/2006/main">
              <a:ext uri="{FF2B5EF4-FFF2-40B4-BE49-F238E27FC236}">
                <a16:creationId xmlns:a16="http://schemas.microsoft.com/office/drawing/2014/main" id="{28353DED-ADCC-476C-A69A-697A59058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762500"/>
            <a:ext cx="581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和田地区 88.39 μg/m³，361 个有效日</a:t>
            </a:r>
          </a:p>
          <a:p xmlns:a="http://schemas.openxmlformats.org/drawingml/2006/main">
            <a:pPr algn="l">
              <a:defRPr sz="16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完整返回 Top 5、月度曲线、国标与校验结果</a:t>
            </a:r>
          </a:p>
        </p:txBody>
      </p:sp>
      <p:sp>
        <p:nvSpPr>
          <p:cNvPr id="33" name="text-58">
            <a:extLst xmlns:a="http://schemas.openxmlformats.org/drawingml/2006/main">
              <a:ext uri="{FF2B5EF4-FFF2-40B4-BE49-F238E27FC236}">
                <a16:creationId xmlns:a16="http://schemas.microsoft.com/office/drawing/2014/main" id="{B47F36E6-5A7D-4D8A-A1F5-482C2F44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724525"/>
            <a:ext cx="195262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15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15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15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15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15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15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15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15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15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4.88 秒</a:t>
            </a:r>
          </a:p>
        </p:txBody>
      </p:sp>
      <p:sp>
        <p:nvSpPr>
          <p:cNvPr id="34" name="text-59">
            <a:extLst xmlns:a="http://schemas.openxmlformats.org/drawingml/2006/main">
              <a:ext uri="{FF2B5EF4-FFF2-40B4-BE49-F238E27FC236}">
                <a16:creationId xmlns:a16="http://schemas.microsoft.com/office/drawing/2014/main" id="{82296BA3-D6C1-4FF2-A3FA-1E0DA5D1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857875"/>
            <a:ext cx="4286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该次真实 API 端到端用时</a:t>
            </a:r>
          </a:p>
        </p:txBody>
      </p:sp>
      <p:sp>
        <p:nvSpPr>
          <p:cNvPr id="35" name="text-60">
            <a:extLst xmlns:a="http://schemas.openxmlformats.org/drawingml/2006/main">
              <a:ext uri="{FF2B5EF4-FFF2-40B4-BE49-F238E27FC236}">
                <a16:creationId xmlns:a16="http://schemas.microsoft.com/office/drawing/2014/main" id="{593ABEE4-A5E6-4474-A2CF-F854E671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72225"/>
            <a:ext cx="1091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工作台实时展示调用参数、返回观察与耗时；最后由应用保存完整答复报告。</a:t>
            </a:r>
          </a:p>
        </p:txBody>
      </p:sp>
    </p:spTree>
    <p:extLst>
      <p:ext uri="{BB962C8B-B14F-4D97-AF65-F5344CB8AC3E}">
        <p14:creationId xmlns:p14="http://schemas.microsoft.com/office/powerpoint/2010/main" val="6655635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61">
            <a:extLst xmlns:a="http://schemas.openxmlformats.org/drawingml/2006/main">
              <a:ext uri="{FF2B5EF4-FFF2-40B4-BE49-F238E27FC236}">
                <a16:creationId xmlns:a16="http://schemas.microsoft.com/office/drawing/2014/main" id="{C723DCA7-C970-414A-B796-874BB201B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真实数据先清洗，再进入聚合计算</a:t>
            </a:r>
          </a:p>
        </p:txBody>
      </p:sp>
      <p:sp>
        <p:nvSpPr>
          <p:cNvPr id="2" name="rect-62">
            <a:extLst xmlns:a="http://schemas.openxmlformats.org/drawingml/2006/main">
              <a:ext uri="{FF2B5EF4-FFF2-40B4-BE49-F238E27FC236}">
                <a16:creationId xmlns:a16="http://schemas.microsoft.com/office/drawing/2014/main" id="{BF3F9B3E-73B6-4A61-B725-47AEC6E46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9675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63">
            <a:extLst xmlns:a="http://schemas.openxmlformats.org/drawingml/2006/main">
              <a:ext uri="{FF2B5EF4-FFF2-40B4-BE49-F238E27FC236}">
                <a16:creationId xmlns:a16="http://schemas.microsoft.com/office/drawing/2014/main" id="{06A4D2FC-6B96-4872-AE5D-53DC3CDA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1093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中国环境监测总站城市小时值 · Quotsoft 公开归档 · 2024 全年</a:t>
            </a:r>
          </a:p>
        </p:txBody>
      </p:sp>
      <p:sp>
        <p:nvSpPr>
          <p:cNvPr id="4" name="text-64">
            <a:extLst xmlns:a="http://schemas.openxmlformats.org/drawingml/2006/main">
              <a:ext uri="{FF2B5EF4-FFF2-40B4-BE49-F238E27FC236}">
                <a16:creationId xmlns:a16="http://schemas.microsoft.com/office/drawing/2014/main" id="{A3A23CA1-FFC4-4177-9693-362D55E2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8825"/>
            <a:ext cx="32385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4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4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4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4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4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4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4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4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4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4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4575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367</a:t>
            </a:r>
          </a:p>
        </p:txBody>
      </p:sp>
      <p:sp>
        <p:nvSpPr>
          <p:cNvPr id="5" name="text-65">
            <a:extLst xmlns:a="http://schemas.openxmlformats.org/drawingml/2006/main">
              <a:ext uri="{FF2B5EF4-FFF2-40B4-BE49-F238E27FC236}">
                <a16:creationId xmlns:a16="http://schemas.microsoft.com/office/drawing/2014/main" id="{D4F1BDCD-E5DF-4954-850B-28EE5390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33675"/>
            <a:ext cx="323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份小时源文件</a:t>
            </a:r>
          </a:p>
        </p:txBody>
      </p:sp>
      <p:sp>
        <p:nvSpPr>
          <p:cNvPr id="6" name="text-66">
            <a:extLst xmlns:a="http://schemas.openxmlformats.org/drawingml/2006/main">
              <a:ext uri="{FF2B5EF4-FFF2-40B4-BE49-F238E27FC236}">
                <a16:creationId xmlns:a16="http://schemas.microsoft.com/office/drawing/2014/main" id="{871D514D-C212-4BD6-9E19-ECF8CD4B7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2775"/>
            <a:ext cx="3238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366 天 + 1 份跨日边界</a:t>
            </a:r>
          </a:p>
        </p:txBody>
      </p:sp>
      <p:sp>
        <p:nvSpPr>
          <p:cNvPr id="7" name="path-67">
            <a:extLst xmlns:a="http://schemas.openxmlformats.org/drawingml/2006/main">
              <a:ext uri="{FF2B5EF4-FFF2-40B4-BE49-F238E27FC236}">
                <a16:creationId xmlns:a16="http://schemas.microsoft.com/office/drawing/2014/main" id="{6565FB00-8829-4739-AFF1-8DAA0DE19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628900"/>
            <a:ext cx="419100" cy="9525"/>
          </a:xfrm>
          <a:custGeom xmlns:a="http://schemas.openxmlformats.org/drawingml/2006/main">
            <a:pathLst>
              <a:path w="419100" h="9525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60786E"/>
            </a:solidFill>
            <a:prstDash val="solid"/>
          </a:ln>
        </p:spPr>
      </p:sp>
      <p:sp>
        <p:nvSpPr>
          <p:cNvPr id="8" name="path-68">
            <a:extLst xmlns:a="http://schemas.openxmlformats.org/drawingml/2006/main">
              <a:ext uri="{FF2B5EF4-FFF2-40B4-BE49-F238E27FC236}">
                <a16:creationId xmlns:a16="http://schemas.microsoft.com/office/drawing/2014/main" id="{C407F98D-4FCD-47AB-AE05-82C282EC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590800"/>
            <a:ext cx="85725" cy="76200"/>
          </a:xfrm>
          <a:custGeom xmlns:a="http://schemas.openxmlformats.org/drawingml/2006/main">
            <a:pathLst>
              <a:path w="85725" h="76200">
                <a:moveTo>
                  <a:pt x="85725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0786E"/>
          </a:solidFill>
          <a:ln xmlns:a="http://schemas.openxmlformats.org/drawingml/2006/main" w="4763">
            <a:solidFill>
              <a:srgbClr val="60786E"/>
            </a:solidFill>
            <a:prstDash val="solid"/>
          </a:ln>
        </p:spPr>
      </p:sp>
      <p:sp>
        <p:nvSpPr>
          <p:cNvPr id="9" name="text-69">
            <a:extLst xmlns:a="http://schemas.openxmlformats.org/drawingml/2006/main">
              <a:ext uri="{FF2B5EF4-FFF2-40B4-BE49-F238E27FC236}">
                <a16:creationId xmlns:a16="http://schemas.microsoft.com/office/drawing/2014/main" id="{89AD3572-B15D-4F56-8479-E8FA19172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28825"/>
            <a:ext cx="32385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4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4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4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4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4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4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4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4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4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4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pPr>
            <a:r>
              <a:rPr sz="4575" b="1">
                <a:solidFill>
                  <a:srgbClr val="4C78A6"/>
                </a:solidFill>
                <a:latin typeface="PingFang SC"/>
                <a:ea typeface="PingFang SC"/>
                <a:cs typeface="PingFang SC"/>
              </a:rPr>
              <a:t>5,000</a:t>
            </a:r>
          </a:p>
        </p:txBody>
      </p:sp>
      <p:sp>
        <p:nvSpPr>
          <p:cNvPr id="10" name="text-70">
            <a:extLst xmlns:a="http://schemas.openxmlformats.org/drawingml/2006/main">
              <a:ext uri="{FF2B5EF4-FFF2-40B4-BE49-F238E27FC236}">
                <a16:creationId xmlns:a16="http://schemas.microsoft.com/office/drawing/2014/main" id="{39A7D036-518D-4D83-8870-98DF5233A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33675"/>
            <a:ext cx="323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行 / 分片</a:t>
            </a:r>
          </a:p>
        </p:txBody>
      </p:sp>
      <p:sp>
        <p:nvSpPr>
          <p:cNvPr id="11" name="text-71">
            <a:extLst xmlns:a="http://schemas.openxmlformats.org/drawingml/2006/main">
              <a:ext uri="{FF2B5EF4-FFF2-40B4-BE49-F238E27FC236}">
                <a16:creationId xmlns:a16="http://schemas.microsoft.com/office/drawing/2014/main" id="{B216D28D-54D0-4ED1-9402-38A69EF67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52775"/>
            <a:ext cx="3238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批量读取，分批写入索引</a:t>
            </a:r>
          </a:p>
        </p:txBody>
      </p:sp>
      <p:sp>
        <p:nvSpPr>
          <p:cNvPr id="12" name="path-72">
            <a:extLst xmlns:a="http://schemas.openxmlformats.org/drawingml/2006/main">
              <a:ext uri="{FF2B5EF4-FFF2-40B4-BE49-F238E27FC236}">
                <a16:creationId xmlns:a16="http://schemas.microsoft.com/office/drawing/2014/main" id="{B2184CC1-FA5E-4685-ABF2-57AC2AC2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628900"/>
            <a:ext cx="419100" cy="9525"/>
          </a:xfrm>
          <a:custGeom xmlns:a="http://schemas.openxmlformats.org/drawingml/2006/main">
            <a:pathLst>
              <a:path w="419100" h="9525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60786E"/>
            </a:solidFill>
            <a:prstDash val="solid"/>
          </a:ln>
        </p:spPr>
      </p:sp>
      <p:sp>
        <p:nvSpPr>
          <p:cNvPr id="13" name="path-73">
            <a:extLst xmlns:a="http://schemas.openxmlformats.org/drawingml/2006/main">
              <a:ext uri="{FF2B5EF4-FFF2-40B4-BE49-F238E27FC236}">
                <a16:creationId xmlns:a16="http://schemas.microsoft.com/office/drawing/2014/main" id="{085F5467-CCB1-4197-AF6F-B6D0DEC1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590800"/>
            <a:ext cx="85725" cy="76200"/>
          </a:xfrm>
          <a:custGeom xmlns:a="http://schemas.openxmlformats.org/drawingml/2006/main">
            <a:pathLst>
              <a:path w="85725" h="76200">
                <a:moveTo>
                  <a:pt x="85725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0786E"/>
          </a:solidFill>
          <a:ln xmlns:a="http://schemas.openxmlformats.org/drawingml/2006/main" w="4763">
            <a:solidFill>
              <a:srgbClr val="60786E"/>
            </a:solidFill>
            <a:prstDash val="solid"/>
          </a:ln>
        </p:spPr>
      </p:sp>
      <p:sp>
        <p:nvSpPr>
          <p:cNvPr id="14" name="text-74">
            <a:extLst xmlns:a="http://schemas.openxmlformats.org/drawingml/2006/main">
              <a:ext uri="{FF2B5EF4-FFF2-40B4-BE49-F238E27FC236}">
                <a16:creationId xmlns:a16="http://schemas.microsoft.com/office/drawing/2014/main" id="{683EAB47-021E-4B44-92B6-38DF3629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28825"/>
            <a:ext cx="32385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9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9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9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9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9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9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9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9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9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9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9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3975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125,172</a:t>
            </a:r>
          </a:p>
        </p:txBody>
      </p:sp>
      <p:sp>
        <p:nvSpPr>
          <p:cNvPr id="15" name="text-75">
            <a:extLst xmlns:a="http://schemas.openxmlformats.org/drawingml/2006/main">
              <a:ext uri="{FF2B5EF4-FFF2-40B4-BE49-F238E27FC236}">
                <a16:creationId xmlns:a16="http://schemas.microsoft.com/office/drawing/2014/main" id="{321FB9C9-7585-41F7-A66E-BA4DAC8E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33675"/>
            <a:ext cx="323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条城市日</a:t>
            </a:r>
          </a:p>
        </p:txBody>
      </p:sp>
      <p:sp>
        <p:nvSpPr>
          <p:cNvPr id="16" name="text-76">
            <a:extLst xmlns:a="http://schemas.openxmlformats.org/drawingml/2006/main">
              <a:ext uri="{FF2B5EF4-FFF2-40B4-BE49-F238E27FC236}">
                <a16:creationId xmlns:a16="http://schemas.microsoft.com/office/drawing/2014/main" id="{AB3274C9-EE99-4376-898B-7E765316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52775"/>
            <a:ext cx="3238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342 地区 × 366 个日期</a:t>
            </a:r>
          </a:p>
        </p:txBody>
      </p:sp>
      <p:sp>
        <p:nvSpPr>
          <p:cNvPr id="17" name="path-77">
            <a:extLst xmlns:a="http://schemas.openxmlformats.org/drawingml/2006/main">
              <a:ext uri="{FF2B5EF4-FFF2-40B4-BE49-F238E27FC236}">
                <a16:creationId xmlns:a16="http://schemas.microsoft.com/office/drawing/2014/main" id="{3C453E00-CB25-4436-850E-860A1048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5225"/>
            <a:ext cx="10791825" cy="9525"/>
          </a:xfrm>
          <a:custGeom xmlns:a="http://schemas.openxmlformats.org/drawingml/2006/main">
            <a:pathLst>
              <a:path w="10791825" h="9525">
                <a:moveTo>
                  <a:pt x="0" y="0"/>
                </a:moveTo>
                <a:lnTo>
                  <a:pt x="10791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D5DED5"/>
            </a:solidFill>
            <a:prstDash val="solid"/>
          </a:ln>
        </p:spPr>
      </p:sp>
      <p:sp>
        <p:nvSpPr>
          <p:cNvPr id="18" name="text-78">
            <a:extLst xmlns:a="http://schemas.openxmlformats.org/drawingml/2006/main">
              <a:ext uri="{FF2B5EF4-FFF2-40B4-BE49-F238E27FC236}">
                <a16:creationId xmlns:a16="http://schemas.microsoft.com/office/drawing/2014/main" id="{2DB2BC42-9AF1-48A4-B9F2-758306995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1943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缺失与非法值</a:t>
            </a:r>
          </a:p>
        </p:txBody>
      </p:sp>
      <p:sp>
        <p:nvSpPr>
          <p:cNvPr id="19" name="text-79">
            <a:extLst xmlns:a="http://schemas.openxmlformats.org/drawingml/2006/main">
              <a:ext uri="{FF2B5EF4-FFF2-40B4-BE49-F238E27FC236}">
                <a16:creationId xmlns:a16="http://schemas.microsoft.com/office/drawing/2014/main" id="{E81AFC2A-AC96-43E0-8644-FEB327CA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39624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空值、非数、负值 → 缺测</a:t>
            </a:r>
          </a:p>
        </p:txBody>
      </p:sp>
      <p:sp>
        <p:nvSpPr>
          <p:cNvPr id="20" name="text-80">
            <a:extLst xmlns:a="http://schemas.openxmlformats.org/drawingml/2006/main">
              <a:ext uri="{FF2B5EF4-FFF2-40B4-BE49-F238E27FC236}">
                <a16:creationId xmlns:a16="http://schemas.microsoft.com/office/drawing/2014/main" id="{160AC26C-3E3B-4BF3-AF2F-AFAD7387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943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日期与重复项</a:t>
            </a:r>
          </a:p>
        </p:txBody>
      </p:sp>
      <p:sp>
        <p:nvSpPr>
          <p:cNvPr id="21" name="text-81">
            <a:extLst xmlns:a="http://schemas.openxmlformats.org/drawingml/2006/main">
              <a:ext uri="{FF2B5EF4-FFF2-40B4-BE49-F238E27FC236}">
                <a16:creationId xmlns:a16="http://schemas.microsoft.com/office/drawing/2014/main" id="{677FBECB-259D-4747-AC14-2AA1092E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459105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无效日期过滤；城市 + 日期去重</a:t>
            </a:r>
          </a:p>
        </p:txBody>
      </p:sp>
      <p:sp>
        <p:nvSpPr>
          <p:cNvPr id="22" name="text-82">
            <a:extLst xmlns:a="http://schemas.openxmlformats.org/drawingml/2006/main">
              <a:ext uri="{FF2B5EF4-FFF2-40B4-BE49-F238E27FC236}">
                <a16:creationId xmlns:a16="http://schemas.microsoft.com/office/drawing/2014/main" id="{F5989C68-71C2-431D-A968-96625844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943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污染峰值</a:t>
            </a:r>
          </a:p>
        </p:txBody>
      </p:sp>
      <p:sp>
        <p:nvSpPr>
          <p:cNvPr id="23" name="text-83">
            <a:extLst xmlns:a="http://schemas.openxmlformats.org/drawingml/2006/main">
              <a:ext uri="{FF2B5EF4-FFF2-40B4-BE49-F238E27FC236}">
                <a16:creationId xmlns:a16="http://schemas.microsoft.com/office/drawing/2014/main" id="{24F4780B-AF22-4E64-B69B-B1AECD51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52197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保留高污染值，跳变单独标记</a:t>
            </a:r>
          </a:p>
        </p:txBody>
      </p:sp>
      <p:sp>
        <p:nvSpPr>
          <p:cNvPr id="24" name="rect-84">
            <a:extLst xmlns:a="http://schemas.openxmlformats.org/drawingml/2006/main">
              <a:ext uri="{FF2B5EF4-FFF2-40B4-BE49-F238E27FC236}">
                <a16:creationId xmlns:a16="http://schemas.microsoft.com/office/drawing/2014/main" id="{3DC0AEB8-2D86-496E-9DDD-E208EF64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914775"/>
            <a:ext cx="3343275" cy="1895475"/>
          </a:xfrm>
          <a:prstGeom xmlns:a="http://schemas.openxmlformats.org/drawingml/2006/main" prst="roundRect">
            <a:avLst>
              <a:gd name="adj" fmla="val 3518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ext-85">
            <a:extLst xmlns:a="http://schemas.openxmlformats.org/drawingml/2006/main">
              <a:ext uri="{FF2B5EF4-FFF2-40B4-BE49-F238E27FC236}">
                <a16:creationId xmlns:a16="http://schemas.microsoft.com/office/drawing/2014/main" id="{FCC62668-0288-4D3F-8F3A-2BF75E1A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4067175"/>
            <a:ext cx="28860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本次 PM2.5 完整性</a:t>
            </a:r>
          </a:p>
        </p:txBody>
      </p:sp>
      <p:sp>
        <p:nvSpPr>
          <p:cNvPr id="26" name="text-86">
            <a:extLst xmlns:a="http://schemas.openxmlformats.org/drawingml/2006/main">
              <a:ext uri="{FF2B5EF4-FFF2-40B4-BE49-F238E27FC236}">
                <a16:creationId xmlns:a16="http://schemas.microsoft.com/office/drawing/2014/main" id="{AEC36C93-BCEB-4AD1-94EA-6D480EF8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4533900"/>
            <a:ext cx="28860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123,310  有效城市日</a:t>
            </a:r>
          </a:p>
        </p:txBody>
      </p:sp>
      <p:sp>
        <p:nvSpPr>
          <p:cNvPr id="27" name="text-87">
            <a:extLst xmlns:a="http://schemas.openxmlformats.org/drawingml/2006/main">
              <a:ext uri="{FF2B5EF4-FFF2-40B4-BE49-F238E27FC236}">
                <a16:creationId xmlns:a16="http://schemas.microsoft.com/office/drawing/2014/main" id="{888C0807-C748-49AB-B71B-EF1A3E608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4943475"/>
            <a:ext cx="28860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B5834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B5834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B5834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B5834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B5834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B5834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B5834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B5834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B5834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B583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B58346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B58346"/>
                </a:solidFill>
                <a:latin typeface="PingFang SC"/>
                <a:ea typeface="PingFang SC"/>
                <a:cs typeface="PingFang SC"/>
              </a:rPr>
              <a:t>1,862      缺测城市日</a:t>
            </a:r>
          </a:p>
        </p:txBody>
      </p:sp>
      <p:sp>
        <p:nvSpPr>
          <p:cNvPr id="28" name="text-88">
            <a:extLst xmlns:a="http://schemas.openxmlformats.org/drawingml/2006/main">
              <a:ext uri="{FF2B5EF4-FFF2-40B4-BE49-F238E27FC236}">
                <a16:creationId xmlns:a16="http://schemas.microsoft.com/office/drawing/2014/main" id="{8EE98532-C5A3-4C0A-A7BE-78617B365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5372100"/>
            <a:ext cx="28860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33 个全年全空地区列已排除</a:t>
            </a:r>
          </a:p>
        </p:txBody>
      </p:sp>
      <p:sp>
        <p:nvSpPr>
          <p:cNvPr id="29" name="text-89">
            <a:extLst xmlns:a="http://schemas.openxmlformats.org/drawingml/2006/main">
              <a:ext uri="{FF2B5EF4-FFF2-40B4-BE49-F238E27FC236}">
                <a16:creationId xmlns:a16="http://schemas.microsoft.com/office/drawing/2014/main" id="{7C8FFEED-57C1-43FF-9F26-D0C06CC2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72225"/>
            <a:ext cx="1091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来源：quotsoft.net/air · 原始分片与 SHA256 可追溯 · 日CSV扫描：重复0、负值0。</a:t>
            </a:r>
          </a:p>
        </p:txBody>
      </p:sp>
    </p:spTree>
    <p:extLst>
      <p:ext uri="{BB962C8B-B14F-4D97-AF65-F5344CB8AC3E}">
        <p14:creationId xmlns:p14="http://schemas.microsoft.com/office/powerpoint/2010/main" val="1714075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90">
            <a:extLst xmlns:a="http://schemas.openxmlformats.org/drawingml/2006/main">
              <a:ext uri="{FF2B5EF4-FFF2-40B4-BE49-F238E27FC236}">
                <a16:creationId xmlns:a16="http://schemas.microsoft.com/office/drawing/2014/main" id="{D568F71A-D1E0-4217-AF44-B9265C9D4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聚合与国标判断，必须使用同一统计口径</a:t>
            </a:r>
          </a:p>
        </p:txBody>
      </p:sp>
      <p:sp>
        <p:nvSpPr>
          <p:cNvPr id="2" name="rect-91">
            <a:extLst xmlns:a="http://schemas.openxmlformats.org/drawingml/2006/main">
              <a:ext uri="{FF2B5EF4-FFF2-40B4-BE49-F238E27FC236}">
                <a16:creationId xmlns:a16="http://schemas.microsoft.com/office/drawing/2014/main" id="{F17A27B4-3DCC-4830-8C13-21903789F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9675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92">
            <a:extLst xmlns:a="http://schemas.openxmlformats.org/drawingml/2006/main">
              <a:ext uri="{FF2B5EF4-FFF2-40B4-BE49-F238E27FC236}">
                <a16:creationId xmlns:a16="http://schemas.microsoft.com/office/drawing/2014/main" id="{3982B205-0892-46B6-8DDD-69ADECBB2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1093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按城市 / 省份 × 年 / 月分组；采用 GB 3095—2012 二级限值（题目指定口径）。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610795-CA78-43BD-B555-CFDE28BB693C}"/>
              </a:ext>
            </a:extLst>
          </p:cNvPr>
          <p:cNvGraphicFramePr/>
          <p:nvPr/>
        </p:nvGraphicFramePr>
        <p:xfrm>
          <a:off xmlns:a="http://schemas.openxmlformats.org/drawingml/2006/main" x="628650" y="2114550"/>
          <a:ext xmlns:a="http://schemas.openxmlformats.org/drawingml/2006/main" cx="6105525" cy="3209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1047750"/>
                <a:gridCol w="2105025"/>
                <a:gridCol w="1524000"/>
              </a:tblGrid>
              <a:tr h="458561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FFFEF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污染物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5DED5"/>
                      </a:solidFill>
                      <a:prstDash val="solid"/>
                    </a:lnL>
                    <a:lnR w="5715">
                      <a:solidFill>
                        <a:srgbClr val="D5DED5"/>
                      </a:solidFill>
                      <a:prstDash val="solid"/>
                    </a:lnR>
                    <a:lnT w="5715">
                      <a:solidFill>
                        <a:srgbClr val="D5DED5"/>
                      </a:solidFill>
                      <a:prstDash val="solid"/>
                    </a:lnT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153D3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EF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年均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T w="5715">
                      <a:solidFill>
                        <a:srgbClr val="D5DED5"/>
                      </a:solidFill>
                      <a:prstDash val="solid"/>
                    </a:lnT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153D3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EF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日统计限值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T w="5715">
                      <a:solidFill>
                        <a:srgbClr val="D5DED5"/>
                      </a:solidFill>
                      <a:prstDash val="solid"/>
                    </a:lnT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153D3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EF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单位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T w="5715">
                      <a:solidFill>
                        <a:srgbClr val="D5DED5"/>
                      </a:solidFill>
                      <a:prstDash val="solid"/>
                    </a:lnT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153D34"/>
                    </a:solidFill>
                  </a:tcPr>
                </a:tc>
              </a:tr>
              <a:tr h="458561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PM2.5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5DED5"/>
                      </a:solidFill>
                      <a:prstDash val="solid"/>
                    </a:lnL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FFEFA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35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FFEFA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75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FFEFA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μg/m³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FFEFA"/>
                    </a:solidFill>
                  </a:tcPr>
                </a:tc>
              </a:tr>
              <a:tr h="458561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PM10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5DED5"/>
                      </a:solidFill>
                      <a:prstDash val="solid"/>
                    </a:lnL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7F5EE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70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7F5EE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150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7F5EE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μg/m³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7F5EE"/>
                    </a:solidFill>
                  </a:tcPr>
                </a:tc>
              </a:tr>
              <a:tr h="458561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SO₂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5DED5"/>
                      </a:solidFill>
                      <a:prstDash val="solid"/>
                    </a:lnL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FFEFA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60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FFEFA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150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FFEFA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μg/m³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FFEFA"/>
                    </a:solidFill>
                  </a:tcPr>
                </a:tc>
              </a:tr>
              <a:tr h="458561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NO₂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5DED5"/>
                      </a:solidFill>
                      <a:prstDash val="solid"/>
                    </a:lnL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7F5EE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40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7F5EE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80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7F5EE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μg/m³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7F5EE"/>
                    </a:solidFill>
                  </a:tcPr>
                </a:tc>
              </a:tr>
              <a:tr h="458561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5DED5"/>
                      </a:solidFill>
                      <a:prstDash val="solid"/>
                    </a:lnL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FFEFA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FFEFA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FFEFA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mg/m³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FFEFA"/>
                    </a:solidFill>
                  </a:tcPr>
                </a:tc>
              </a:tr>
              <a:tr h="458561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O₃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5DED5"/>
                      </a:solidFill>
                      <a:prstDash val="solid"/>
                    </a:lnL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7F5EE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7F5EE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160（8h）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7F5EE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μg/m³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7F5EE"/>
                    </a:solidFill>
                  </a:tcPr>
                </a:tc>
              </a:tr>
            </a:tbl>
          </a:graphicData>
        </a:graphic>
      </p:graphicFrame>
      <p:sp>
        <p:nvSpPr>
          <p:cNvPr id="5" name="text-93">
            <a:extLst xmlns:a="http://schemas.openxmlformats.org/drawingml/2006/main">
              <a:ext uri="{FF2B5EF4-FFF2-40B4-BE49-F238E27FC236}">
                <a16:creationId xmlns:a16="http://schemas.microsoft.com/office/drawing/2014/main" id="{04EF1EFA-B7B8-4611-989F-FF50CA35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0955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均值</a:t>
            </a:r>
          </a:p>
        </p:txBody>
      </p:sp>
      <p:sp>
        <p:nvSpPr>
          <p:cNvPr id="6" name="text-94">
            <a:extLst xmlns:a="http://schemas.openxmlformats.org/drawingml/2006/main">
              <a:ext uri="{FF2B5EF4-FFF2-40B4-BE49-F238E27FC236}">
                <a16:creationId xmlns:a16="http://schemas.microsoft.com/office/drawing/2014/main" id="{A8DE05BF-226C-416B-BFE6-36EEE05C0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524125"/>
            <a:ext cx="4286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0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0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0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0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0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0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0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0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0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Σ 有效日浓度 ÷ 有效日数</a:t>
            </a:r>
          </a:p>
        </p:txBody>
      </p:sp>
      <p:sp>
        <p:nvSpPr>
          <p:cNvPr id="7" name="text-95">
            <a:extLst xmlns:a="http://schemas.openxmlformats.org/drawingml/2006/main">
              <a:ext uri="{FF2B5EF4-FFF2-40B4-BE49-F238E27FC236}">
                <a16:creationId xmlns:a16="http://schemas.microsoft.com/office/drawing/2014/main" id="{D28D5334-D69F-4568-9969-6968F5B7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00400"/>
            <a:ext cx="3905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省份超标率</a:t>
            </a:r>
          </a:p>
        </p:txBody>
      </p:sp>
      <p:sp>
        <p:nvSpPr>
          <p:cNvPr id="8" name="text-96">
            <a:extLst xmlns:a="http://schemas.openxmlformats.org/drawingml/2006/main">
              <a:ext uri="{FF2B5EF4-FFF2-40B4-BE49-F238E27FC236}">
                <a16:creationId xmlns:a16="http://schemas.microsoft.com/office/drawing/2014/main" id="{415C4791-9DD0-408B-B3B2-F73519B7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619500"/>
            <a:ext cx="4286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4C78A6"/>
                </a:solidFill>
                <a:latin typeface="PingFang SC"/>
                <a:ea typeface="PingFang SC"/>
                <a:cs typeface="PingFang SC"/>
              </a:rPr>
              <a:t>超标城市日 ÷ 有效城市日</a:t>
            </a:r>
          </a:p>
        </p:txBody>
      </p:sp>
      <p:sp>
        <p:nvSpPr>
          <p:cNvPr id="9" name="text-97">
            <a:extLst xmlns:a="http://schemas.openxmlformats.org/drawingml/2006/main">
              <a:ext uri="{FF2B5EF4-FFF2-40B4-BE49-F238E27FC236}">
                <a16:creationId xmlns:a16="http://schemas.microsoft.com/office/drawing/2014/main" id="{7BA30EC6-9DA0-40CA-9528-D27596EEF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362450"/>
            <a:ext cx="42862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有效值 &gt; 对应周期限值，才记为超标</a:t>
            </a:r>
          </a:p>
          <a:p xmlns:a="http://schemas.openxmlformats.org/drawingml/2006/main">
            <a: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缺测不进入分母；等于限值记为未超标</a:t>
            </a:r>
          </a:p>
        </p:txBody>
      </p:sp>
      <p:sp>
        <p:nvSpPr>
          <p:cNvPr id="10" name="rect-98">
            <a:extLst xmlns:a="http://schemas.openxmlformats.org/drawingml/2006/main">
              <a:ext uri="{FF2B5EF4-FFF2-40B4-BE49-F238E27FC236}">
                <a16:creationId xmlns:a16="http://schemas.microsoft.com/office/drawing/2014/main" id="{FB68F714-9014-448B-9DF5-4B6D8D8C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4572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E9F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99">
            <a:extLst xmlns:a="http://schemas.openxmlformats.org/drawingml/2006/main">
              <a:ext uri="{FF2B5EF4-FFF2-40B4-BE49-F238E27FC236}">
                <a16:creationId xmlns:a16="http://schemas.microsoft.com/office/drawing/2014/main" id="{58E29F96-2E57-497E-A47F-B32F5C29A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86425"/>
            <a:ext cx="1059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年均判断：至少 324 个有效日；各月至少 27 日，2 月至少 25 日。</a:t>
            </a:r>
          </a:p>
        </p:txBody>
      </p:sp>
      <p:sp>
        <p:nvSpPr>
          <p:cNvPr id="12" name="text-100">
            <a:extLst xmlns:a="http://schemas.openxmlformats.org/drawingml/2006/main">
              <a:ext uri="{FF2B5EF4-FFF2-40B4-BE49-F238E27FC236}">
                <a16:creationId xmlns:a16="http://schemas.microsoft.com/office/drawing/2014/main" id="{98F26F31-53A0-418C-A975-1EC971B93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72225"/>
            <a:ext cx="1091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PM / SO₂ / NO₂ / CO：日均至少20小时；O₃：每窗至少6小时，日内通常至少14个有效8小时窗。</a:t>
            </a:r>
          </a:p>
        </p:txBody>
      </p:sp>
    </p:spTree>
    <p:extLst>
      <p:ext uri="{BB962C8B-B14F-4D97-AF65-F5344CB8AC3E}">
        <p14:creationId xmlns:p14="http://schemas.microsoft.com/office/powerpoint/2010/main" val="205111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text-101">
            <a:extLst xmlns:a="http://schemas.openxmlformats.org/drawingml/2006/main">
              <a:ext uri="{FF2B5EF4-FFF2-40B4-BE49-F238E27FC236}">
                <a16:creationId xmlns:a16="http://schemas.microsoft.com/office/drawing/2014/main" id="{8DBE31F6-5F09-4ADA-83E2-6EB543D1E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案例一：Top 5 排名与全年月度变化</a:t>
            </a:r>
          </a:p>
        </p:txBody>
      </p:sp>
      <p:sp>
        <p:nvSpPr>
          <p:cNvPr id="2" name="rect-102">
            <a:extLst xmlns:a="http://schemas.openxmlformats.org/drawingml/2006/main">
              <a:ext uri="{FF2B5EF4-FFF2-40B4-BE49-F238E27FC236}">
                <a16:creationId xmlns:a16="http://schemas.microsoft.com/office/drawing/2014/main" id="{B56504EE-4FC1-464F-9421-AB8C15FC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9675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103">
            <a:extLst xmlns:a="http://schemas.openxmlformats.org/drawingml/2006/main">
              <a:ext uri="{FF2B5EF4-FFF2-40B4-BE49-F238E27FC236}">
                <a16:creationId xmlns:a16="http://schemas.microsoft.com/office/drawing/2014/main" id="{CCE83089-5588-48DE-A013-02F97D88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1093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同一个自然语言任务，同时得到城市对比、时序变化与年均国标判断。</a:t>
            </a:r>
          </a:p>
        </p:txBody>
      </p:sp>
      <p:sp>
        <p:nvSpPr>
          <p:cNvPr id="4" name="text-104">
            <a:extLst xmlns:a="http://schemas.openxmlformats.org/drawingml/2006/main">
              <a:ext uri="{FF2B5EF4-FFF2-40B4-BE49-F238E27FC236}">
                <a16:creationId xmlns:a16="http://schemas.microsoft.com/office/drawing/2014/main" id="{55C585B8-FC16-4529-B7CA-F780D792A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85975"/>
            <a:ext cx="415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2024 年均 PM2.5</a:t>
            </a:r>
          </a:p>
        </p:txBody>
      </p:sp>
      <p:sp>
        <p:nvSpPr>
          <p:cNvPr id="5" name="text-105">
            <a:extLst xmlns:a="http://schemas.openxmlformats.org/drawingml/2006/main">
              <a:ext uri="{FF2B5EF4-FFF2-40B4-BE49-F238E27FC236}">
                <a16:creationId xmlns:a16="http://schemas.microsoft.com/office/drawing/2014/main" id="{BFEBD817-063D-4925-BB99-3E6C7B3D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10502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μg/m³</a:t>
            </a:r>
          </a:p>
        </p:txBody>
      </p:sp>
      <p:sp>
        <p:nvSpPr>
          <p:cNvPr id="6" name="text-106">
            <a:extLst xmlns:a="http://schemas.openxmlformats.org/drawingml/2006/main">
              <a:ext uri="{FF2B5EF4-FFF2-40B4-BE49-F238E27FC236}">
                <a16:creationId xmlns:a16="http://schemas.microsoft.com/office/drawing/2014/main" id="{0810974C-EEA7-4353-8691-2DC5FEFF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0325"/>
            <a:ext cx="1676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和田地区</a:t>
            </a:r>
          </a:p>
        </p:txBody>
      </p:sp>
      <p:sp>
        <p:nvSpPr>
          <p:cNvPr id="7" name="rect-107">
            <a:extLst xmlns:a="http://schemas.openxmlformats.org/drawingml/2006/main">
              <a:ext uri="{FF2B5EF4-FFF2-40B4-BE49-F238E27FC236}">
                <a16:creationId xmlns:a16="http://schemas.microsoft.com/office/drawing/2014/main" id="{E831B62C-3394-432C-BF6C-FE4FC235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797016"/>
            <a:ext cx="1581150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9F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rect-108">
            <a:extLst xmlns:a="http://schemas.openxmlformats.org/drawingml/2006/main">
              <a:ext uri="{FF2B5EF4-FFF2-40B4-BE49-F238E27FC236}">
                <a16:creationId xmlns:a16="http://schemas.microsoft.com/office/drawing/2014/main" id="{C6A5F570-FF26-4748-B93D-42C909F1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797016"/>
            <a:ext cx="1397578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109">
            <a:extLst xmlns:a="http://schemas.openxmlformats.org/drawingml/2006/main">
              <a:ext uri="{FF2B5EF4-FFF2-40B4-BE49-F238E27FC236}">
                <a16:creationId xmlns:a16="http://schemas.microsoft.com/office/drawing/2014/main" id="{0F87C6F9-04D6-4791-9FBE-FDED6AAE5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600325"/>
            <a:ext cx="838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5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88.39</a:t>
            </a:r>
          </a:p>
        </p:txBody>
      </p:sp>
      <p:sp>
        <p:nvSpPr>
          <p:cNvPr id="10" name="text-110">
            <a:extLst xmlns:a="http://schemas.openxmlformats.org/drawingml/2006/main">
              <a:ext uri="{FF2B5EF4-FFF2-40B4-BE49-F238E27FC236}">
                <a16:creationId xmlns:a16="http://schemas.microsoft.com/office/drawing/2014/main" id="{FA1733A6-0936-492D-81B2-D6DEA287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62300"/>
            <a:ext cx="1676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喀什地区</a:t>
            </a:r>
          </a:p>
        </p:txBody>
      </p:sp>
      <p:sp>
        <p:nvSpPr>
          <p:cNvPr id="11" name="rect-111">
            <a:extLst xmlns:a="http://schemas.openxmlformats.org/drawingml/2006/main">
              <a:ext uri="{FF2B5EF4-FFF2-40B4-BE49-F238E27FC236}">
                <a16:creationId xmlns:a16="http://schemas.microsoft.com/office/drawing/2014/main" id="{75D57CE8-A249-47CC-9F61-320A48F9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358991"/>
            <a:ext cx="1581150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9F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ect-112">
            <a:extLst xmlns:a="http://schemas.openxmlformats.org/drawingml/2006/main">
              <a:ext uri="{FF2B5EF4-FFF2-40B4-BE49-F238E27FC236}">
                <a16:creationId xmlns:a16="http://schemas.microsoft.com/office/drawing/2014/main" id="{93BEFBA5-5C9E-4616-97BB-1011663EA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358991"/>
            <a:ext cx="952959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7896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113">
            <a:extLst xmlns:a="http://schemas.openxmlformats.org/drawingml/2006/main">
              <a:ext uri="{FF2B5EF4-FFF2-40B4-BE49-F238E27FC236}">
                <a16:creationId xmlns:a16="http://schemas.microsoft.com/office/drawing/2014/main" id="{2B1A34D7-9A31-4DB9-BC12-1A537A99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162300"/>
            <a:ext cx="838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575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575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575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575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575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575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575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575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575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575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575" b="1">
                <a:solidFill>
                  <a:srgbClr val="78964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78964F"/>
                </a:solidFill>
                <a:latin typeface="PingFang SC"/>
                <a:ea typeface="PingFang SC"/>
                <a:cs typeface="PingFang SC"/>
              </a:rPr>
              <a:t>60.27</a:t>
            </a:r>
          </a:p>
        </p:txBody>
      </p:sp>
      <p:sp>
        <p:nvSpPr>
          <p:cNvPr id="14" name="text-114">
            <a:extLst xmlns:a="http://schemas.openxmlformats.org/drawingml/2006/main">
              <a:ext uri="{FF2B5EF4-FFF2-40B4-BE49-F238E27FC236}">
                <a16:creationId xmlns:a16="http://schemas.microsoft.com/office/drawing/2014/main" id="{FD8CA026-E191-4E7B-8BB4-0524D9F6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24275"/>
            <a:ext cx="1676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克孜勒苏柯尔克孜</a:t>
            </a:r>
          </a:p>
          <a:p xmlns:a="http://schemas.openxmlformats.org/drawingml/2006/main">
            <a: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自治州</a:t>
            </a:r>
          </a:p>
        </p:txBody>
      </p:sp>
      <p:sp>
        <p:nvSpPr>
          <p:cNvPr id="15" name="rect-115">
            <a:extLst xmlns:a="http://schemas.openxmlformats.org/drawingml/2006/main">
              <a:ext uri="{FF2B5EF4-FFF2-40B4-BE49-F238E27FC236}">
                <a16:creationId xmlns:a16="http://schemas.microsoft.com/office/drawing/2014/main" id="{97C3E453-C703-460F-AC28-DB91C7F8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920966"/>
            <a:ext cx="1581150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9F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ect-116">
            <a:extLst xmlns:a="http://schemas.openxmlformats.org/drawingml/2006/main">
              <a:ext uri="{FF2B5EF4-FFF2-40B4-BE49-F238E27FC236}">
                <a16:creationId xmlns:a16="http://schemas.microsoft.com/office/drawing/2014/main" id="{7191140F-FE4C-47ED-9236-4920B8C9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920966"/>
            <a:ext cx="848603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BA8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117">
            <a:extLst xmlns:a="http://schemas.openxmlformats.org/drawingml/2006/main">
              <a:ext uri="{FF2B5EF4-FFF2-40B4-BE49-F238E27FC236}">
                <a16:creationId xmlns:a16="http://schemas.microsoft.com/office/drawing/2014/main" id="{64760EE9-E3D6-4F93-9FBB-E70D804B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724275"/>
            <a:ext cx="838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575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575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575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575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575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575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575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575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575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575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575" b="1">
                <a:solidFill>
                  <a:srgbClr val="BA894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BA894B"/>
                </a:solidFill>
                <a:latin typeface="PingFang SC"/>
                <a:ea typeface="PingFang SC"/>
                <a:cs typeface="PingFang SC"/>
              </a:rPr>
              <a:t>53.67</a:t>
            </a:r>
          </a:p>
        </p:txBody>
      </p:sp>
      <p:sp>
        <p:nvSpPr>
          <p:cNvPr id="18" name="text-118">
            <a:extLst xmlns:a="http://schemas.openxmlformats.org/drawingml/2006/main">
              <a:ext uri="{FF2B5EF4-FFF2-40B4-BE49-F238E27FC236}">
                <a16:creationId xmlns:a16="http://schemas.microsoft.com/office/drawing/2014/main" id="{D9D74A14-F5C0-4253-AFB5-62FB5751C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0"/>
            <a:ext cx="1676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安阳</a:t>
            </a:r>
          </a:p>
        </p:txBody>
      </p:sp>
      <p:sp>
        <p:nvSpPr>
          <p:cNvPr id="19" name="rect-119">
            <a:extLst xmlns:a="http://schemas.openxmlformats.org/drawingml/2006/main">
              <a:ext uri="{FF2B5EF4-FFF2-40B4-BE49-F238E27FC236}">
                <a16:creationId xmlns:a16="http://schemas.microsoft.com/office/drawing/2014/main" id="{77366C6A-890B-4BBD-A6F6-AFD994F6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82941"/>
            <a:ext cx="1581150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9F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ect-120">
            <a:extLst xmlns:a="http://schemas.openxmlformats.org/drawingml/2006/main">
              <a:ext uri="{FF2B5EF4-FFF2-40B4-BE49-F238E27FC236}">
                <a16:creationId xmlns:a16="http://schemas.microsoft.com/office/drawing/2014/main" id="{049FC07D-B87D-4D5E-912F-9622B2EA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82941"/>
            <a:ext cx="798955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4C7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ext-121">
            <a:extLst xmlns:a="http://schemas.openxmlformats.org/drawingml/2006/main">
              <a:ext uri="{FF2B5EF4-FFF2-40B4-BE49-F238E27FC236}">
                <a16:creationId xmlns:a16="http://schemas.microsoft.com/office/drawing/2014/main" id="{E2605B01-863B-49AC-A200-D9563BFB5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286250"/>
            <a:ext cx="838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575" b="1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4C78A6"/>
                </a:solidFill>
                <a:latin typeface="PingFang SC"/>
                <a:ea typeface="PingFang SC"/>
                <a:cs typeface="PingFang SC"/>
              </a:rPr>
              <a:t>50.53</a:t>
            </a:r>
          </a:p>
        </p:txBody>
      </p:sp>
      <p:sp>
        <p:nvSpPr>
          <p:cNvPr id="22" name="text-122">
            <a:extLst xmlns:a="http://schemas.openxmlformats.org/drawingml/2006/main">
              <a:ext uri="{FF2B5EF4-FFF2-40B4-BE49-F238E27FC236}">
                <a16:creationId xmlns:a16="http://schemas.microsoft.com/office/drawing/2014/main" id="{411E327A-E63F-4DE0-9C6C-62492E10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48225"/>
            <a:ext cx="1676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鹤壁</a:t>
            </a:r>
          </a:p>
        </p:txBody>
      </p:sp>
      <p:sp>
        <p:nvSpPr>
          <p:cNvPr id="23" name="rect-123">
            <a:extLst xmlns:a="http://schemas.openxmlformats.org/drawingml/2006/main">
              <a:ext uri="{FF2B5EF4-FFF2-40B4-BE49-F238E27FC236}">
                <a16:creationId xmlns:a16="http://schemas.microsoft.com/office/drawing/2014/main" id="{648B7703-A4BF-465E-8707-311A49CA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044916"/>
            <a:ext cx="1581150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9F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rect-124">
            <a:extLst xmlns:a="http://schemas.openxmlformats.org/drawingml/2006/main">
              <a:ext uri="{FF2B5EF4-FFF2-40B4-BE49-F238E27FC236}">
                <a16:creationId xmlns:a16="http://schemas.microsoft.com/office/drawing/2014/main" id="{90C47FAE-C571-425B-AC91-15370C17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044916"/>
            <a:ext cx="794844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A574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ext-125">
            <a:extLst xmlns:a="http://schemas.openxmlformats.org/drawingml/2006/main">
              <a:ext uri="{FF2B5EF4-FFF2-40B4-BE49-F238E27FC236}">
                <a16:creationId xmlns:a16="http://schemas.microsoft.com/office/drawing/2014/main" id="{25439032-646F-447A-B426-8514AE0E3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848225"/>
            <a:ext cx="838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575" b="1">
                <a:solidFill>
                  <a:srgbClr val="A5748A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575" b="1">
                <a:solidFill>
                  <a:srgbClr val="A5748A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575" b="1">
                <a:solidFill>
                  <a:srgbClr val="A5748A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575" b="1">
                <a:solidFill>
                  <a:srgbClr val="A5748A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575" b="1">
                <a:solidFill>
                  <a:srgbClr val="A5748A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575" b="1">
                <a:solidFill>
                  <a:srgbClr val="A5748A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575" b="1">
                <a:solidFill>
                  <a:srgbClr val="A5748A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575" b="1">
                <a:solidFill>
                  <a:srgbClr val="A5748A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575" b="1">
                <a:solidFill>
                  <a:srgbClr val="A5748A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575" b="1">
                <a:solidFill>
                  <a:srgbClr val="A574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575" b="1">
                <a:solidFill>
                  <a:srgbClr val="A5748A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A5748A"/>
                </a:solidFill>
                <a:latin typeface="PingFang SC"/>
                <a:ea typeface="PingFang SC"/>
                <a:cs typeface="PingFang SC"/>
              </a:rPr>
              <a:t>50.27</a:t>
            </a:r>
          </a:p>
        </p:txBody>
      </p:sp>
      <p:sp>
        <p:nvSpPr>
          <p:cNvPr id="26" name="text-126">
            <a:extLst xmlns:a="http://schemas.openxmlformats.org/drawingml/2006/main">
              <a:ext uri="{FF2B5EF4-FFF2-40B4-BE49-F238E27FC236}">
                <a16:creationId xmlns:a16="http://schemas.microsoft.com/office/drawing/2014/main" id="{B0963B8E-435E-43EA-BD7A-C645A80E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4355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5 城均为 361 个有效日，年均值全部超过 35。</a:t>
            </a:r>
          </a:p>
        </p:txBody>
      </p:sp>
      <p:sp>
        <p:nvSpPr>
          <p:cNvPr id="27" name="text-127">
            <a:extLst xmlns:a="http://schemas.openxmlformats.org/drawingml/2006/main">
              <a:ext uri="{FF2B5EF4-FFF2-40B4-BE49-F238E27FC236}">
                <a16:creationId xmlns:a16="http://schemas.microsoft.com/office/drawing/2014/main" id="{B352B926-E33D-45EF-96F8-C89AE89B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085975"/>
            <a:ext cx="590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五城月度变化</a:t>
            </a:r>
          </a:p>
        </p:txBody>
      </p:sp>
      <p:sp>
        <p:nvSpPr>
          <p:cNvPr id="28" name="path-128">
            <a:extLst xmlns:a="http://schemas.openxmlformats.org/drawingml/2006/main">
              <a:ext uri="{FF2B5EF4-FFF2-40B4-BE49-F238E27FC236}">
                <a16:creationId xmlns:a16="http://schemas.microsoft.com/office/drawing/2014/main" id="{7EE80EA8-FFD4-4B94-B74C-6906915C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924425"/>
            <a:ext cx="5505450" cy="9525"/>
          </a:xfrm>
          <a:custGeom xmlns:a="http://schemas.openxmlformats.org/drawingml/2006/main">
            <a:pathLst>
              <a:path w="5505450" h="9525">
                <a:moveTo>
                  <a:pt x="0" y="0"/>
                </a:moveTo>
                <a:lnTo>
                  <a:pt x="5505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5DED5"/>
            </a:solidFill>
            <a:prstDash val="solid"/>
          </a:ln>
        </p:spPr>
      </p:sp>
      <p:sp>
        <p:nvSpPr>
          <p:cNvPr id="29" name="text-129">
            <a:extLst xmlns:a="http://schemas.openxmlformats.org/drawingml/2006/main">
              <a:ext uri="{FF2B5EF4-FFF2-40B4-BE49-F238E27FC236}">
                <a16:creationId xmlns:a16="http://schemas.microsoft.com/office/drawing/2014/main" id="{797C9061-0724-4477-911B-AA0F8527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80060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0</a:t>
            </a:r>
          </a:p>
        </p:txBody>
      </p:sp>
      <p:sp>
        <p:nvSpPr>
          <p:cNvPr id="30" name="path-130">
            <a:extLst xmlns:a="http://schemas.openxmlformats.org/drawingml/2006/main">
              <a:ext uri="{FF2B5EF4-FFF2-40B4-BE49-F238E27FC236}">
                <a16:creationId xmlns:a16="http://schemas.microsoft.com/office/drawing/2014/main" id="{E77FCAD5-7B55-4888-97D8-4B582B8B8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410075"/>
            <a:ext cx="5505450" cy="9525"/>
          </a:xfrm>
          <a:custGeom xmlns:a="http://schemas.openxmlformats.org/drawingml/2006/main">
            <a:pathLst>
              <a:path w="5505450" h="9525">
                <a:moveTo>
                  <a:pt x="0" y="0"/>
                </a:moveTo>
                <a:lnTo>
                  <a:pt x="5505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5DED5"/>
            </a:solidFill>
            <a:prstDash val="solid"/>
          </a:ln>
        </p:spPr>
      </p:sp>
      <p:sp>
        <p:nvSpPr>
          <p:cNvPr id="31" name="text-131">
            <a:extLst xmlns:a="http://schemas.openxmlformats.org/drawingml/2006/main">
              <a:ext uri="{FF2B5EF4-FFF2-40B4-BE49-F238E27FC236}">
                <a16:creationId xmlns:a16="http://schemas.microsoft.com/office/drawing/2014/main" id="{21D59CFF-429C-4F07-A4E1-8493A4E12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2862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50</a:t>
            </a:r>
          </a:p>
        </p:txBody>
      </p:sp>
      <p:sp>
        <p:nvSpPr>
          <p:cNvPr id="32" name="path-132">
            <a:extLst xmlns:a="http://schemas.openxmlformats.org/drawingml/2006/main">
              <a:ext uri="{FF2B5EF4-FFF2-40B4-BE49-F238E27FC236}">
                <a16:creationId xmlns:a16="http://schemas.microsoft.com/office/drawing/2014/main" id="{3BD66BA8-5BF0-4CB2-8BA0-8C6E851F8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895725"/>
            <a:ext cx="5505450" cy="9525"/>
          </a:xfrm>
          <a:custGeom xmlns:a="http://schemas.openxmlformats.org/drawingml/2006/main">
            <a:pathLst>
              <a:path w="5505450" h="9525">
                <a:moveTo>
                  <a:pt x="0" y="0"/>
                </a:moveTo>
                <a:lnTo>
                  <a:pt x="5505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5DED5"/>
            </a:solidFill>
            <a:prstDash val="solid"/>
          </a:ln>
        </p:spPr>
      </p:sp>
      <p:sp>
        <p:nvSpPr>
          <p:cNvPr id="33" name="text-133">
            <a:extLst xmlns:a="http://schemas.openxmlformats.org/drawingml/2006/main">
              <a:ext uri="{FF2B5EF4-FFF2-40B4-BE49-F238E27FC236}">
                <a16:creationId xmlns:a16="http://schemas.microsoft.com/office/drawing/2014/main" id="{C1C8A28C-3174-4855-AE86-3F7D0E4F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77190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100</a:t>
            </a:r>
          </a:p>
        </p:txBody>
      </p:sp>
      <p:sp>
        <p:nvSpPr>
          <p:cNvPr id="34" name="path-134">
            <a:extLst xmlns:a="http://schemas.openxmlformats.org/drawingml/2006/main">
              <a:ext uri="{FF2B5EF4-FFF2-40B4-BE49-F238E27FC236}">
                <a16:creationId xmlns:a16="http://schemas.microsoft.com/office/drawing/2014/main" id="{05C9624A-3088-494A-8BED-A63471D7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81375"/>
            <a:ext cx="5505450" cy="9525"/>
          </a:xfrm>
          <a:custGeom xmlns:a="http://schemas.openxmlformats.org/drawingml/2006/main">
            <a:pathLst>
              <a:path w="5505450" h="9525">
                <a:moveTo>
                  <a:pt x="0" y="0"/>
                </a:moveTo>
                <a:lnTo>
                  <a:pt x="5505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5DED5"/>
            </a:solidFill>
            <a:prstDash val="solid"/>
          </a:ln>
        </p:spPr>
      </p:sp>
      <p:sp>
        <p:nvSpPr>
          <p:cNvPr id="35" name="text-135">
            <a:extLst xmlns:a="http://schemas.openxmlformats.org/drawingml/2006/main">
              <a:ext uri="{FF2B5EF4-FFF2-40B4-BE49-F238E27FC236}">
                <a16:creationId xmlns:a16="http://schemas.microsoft.com/office/drawing/2014/main" id="{9BBA2842-F259-4D9D-8599-BEEFF79D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2575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150</a:t>
            </a:r>
          </a:p>
        </p:txBody>
      </p:sp>
      <p:sp>
        <p:nvSpPr>
          <p:cNvPr id="36" name="path-136">
            <a:extLst xmlns:a="http://schemas.openxmlformats.org/drawingml/2006/main">
              <a:ext uri="{FF2B5EF4-FFF2-40B4-BE49-F238E27FC236}">
                <a16:creationId xmlns:a16="http://schemas.microsoft.com/office/drawing/2014/main" id="{0BEF9B55-8FB4-4EC6-BBF1-51CC28A51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867025"/>
            <a:ext cx="5505450" cy="9525"/>
          </a:xfrm>
          <a:custGeom xmlns:a="http://schemas.openxmlformats.org/drawingml/2006/main">
            <a:pathLst>
              <a:path w="5505450" h="9525">
                <a:moveTo>
                  <a:pt x="0" y="0"/>
                </a:moveTo>
                <a:lnTo>
                  <a:pt x="5505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5DED5"/>
            </a:solidFill>
            <a:prstDash val="solid"/>
          </a:ln>
        </p:spPr>
      </p:sp>
      <p:sp>
        <p:nvSpPr>
          <p:cNvPr id="37" name="text-137">
            <a:extLst xmlns:a="http://schemas.openxmlformats.org/drawingml/2006/main">
              <a:ext uri="{FF2B5EF4-FFF2-40B4-BE49-F238E27FC236}">
                <a16:creationId xmlns:a16="http://schemas.microsoft.com/office/drawing/2014/main" id="{05D65370-95C7-4F00-A513-DCB6FA2DB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4320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200</a:t>
            </a:r>
          </a:p>
        </p:txBody>
      </p:sp>
      <p:sp>
        <p:nvSpPr>
          <p:cNvPr id="38" name="text-138">
            <a:extLst xmlns:a="http://schemas.openxmlformats.org/drawingml/2006/main">
              <a:ext uri="{FF2B5EF4-FFF2-40B4-BE49-F238E27FC236}">
                <a16:creationId xmlns:a16="http://schemas.microsoft.com/office/drawing/2014/main" id="{F9CB6D71-2906-43EC-850F-0A69BA7D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19675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39" name="text-139">
            <a:extLst xmlns:a="http://schemas.openxmlformats.org/drawingml/2006/main">
              <a:ext uri="{FF2B5EF4-FFF2-40B4-BE49-F238E27FC236}">
                <a16:creationId xmlns:a16="http://schemas.microsoft.com/office/drawing/2014/main" id="{055AA8A1-78C7-43D3-BA4A-B2B3FCE1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495" y="5019675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40" name="text-140">
            <a:extLst xmlns:a="http://schemas.openxmlformats.org/drawingml/2006/main">
              <a:ext uri="{FF2B5EF4-FFF2-40B4-BE49-F238E27FC236}">
                <a16:creationId xmlns:a16="http://schemas.microsoft.com/office/drawing/2014/main" id="{85EAA1CB-6893-456D-A775-2B9A33252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991" y="5019675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41" name="text-141">
            <a:extLst xmlns:a="http://schemas.openxmlformats.org/drawingml/2006/main">
              <a:ext uri="{FF2B5EF4-FFF2-40B4-BE49-F238E27FC236}">
                <a16:creationId xmlns:a16="http://schemas.microsoft.com/office/drawing/2014/main" id="{FEF1D9BE-BED1-4545-BFCD-E02650CC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6486" y="5019675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42" name="text-142">
            <a:extLst xmlns:a="http://schemas.openxmlformats.org/drawingml/2006/main">
              <a:ext uri="{FF2B5EF4-FFF2-40B4-BE49-F238E27FC236}">
                <a16:creationId xmlns:a16="http://schemas.microsoft.com/office/drawing/2014/main" id="{14ADDF40-C5A5-4AE2-9328-D4494E88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6982" y="5019675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43" name="text-143">
            <a:extLst xmlns:a="http://schemas.openxmlformats.org/drawingml/2006/main">
              <a:ext uri="{FF2B5EF4-FFF2-40B4-BE49-F238E27FC236}">
                <a16:creationId xmlns:a16="http://schemas.microsoft.com/office/drawing/2014/main" id="{3C554634-A943-4156-85A8-32DA6C51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7477" y="5019675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6</a:t>
            </a:r>
          </a:p>
        </p:txBody>
      </p:sp>
      <p:sp>
        <p:nvSpPr>
          <p:cNvPr id="44" name="text-144">
            <a:extLst xmlns:a="http://schemas.openxmlformats.org/drawingml/2006/main">
              <a:ext uri="{FF2B5EF4-FFF2-40B4-BE49-F238E27FC236}">
                <a16:creationId xmlns:a16="http://schemas.microsoft.com/office/drawing/2014/main" id="{00835D3B-2939-4837-894A-FD70F618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7973" y="5019675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7</a:t>
            </a:r>
          </a:p>
        </p:txBody>
      </p:sp>
      <p:sp>
        <p:nvSpPr>
          <p:cNvPr id="45" name="text-145">
            <a:extLst xmlns:a="http://schemas.openxmlformats.org/drawingml/2006/main">
              <a:ext uri="{FF2B5EF4-FFF2-40B4-BE49-F238E27FC236}">
                <a16:creationId xmlns:a16="http://schemas.microsoft.com/office/drawing/2014/main" id="{0D216579-EB24-4FB2-9C74-5FC00E8C5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8468" y="5019675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8</a:t>
            </a:r>
          </a:p>
        </p:txBody>
      </p:sp>
      <p:sp>
        <p:nvSpPr>
          <p:cNvPr id="46" name="text-146">
            <a:extLst xmlns:a="http://schemas.openxmlformats.org/drawingml/2006/main">
              <a:ext uri="{FF2B5EF4-FFF2-40B4-BE49-F238E27FC236}">
                <a16:creationId xmlns:a16="http://schemas.microsoft.com/office/drawing/2014/main" id="{DF777D8D-D1AB-4413-BFA2-2B682768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8964" y="5019675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9</a:t>
            </a:r>
          </a:p>
        </p:txBody>
      </p:sp>
      <p:sp>
        <p:nvSpPr>
          <p:cNvPr id="47" name="text-147">
            <a:extLst xmlns:a="http://schemas.openxmlformats.org/drawingml/2006/main">
              <a:ext uri="{FF2B5EF4-FFF2-40B4-BE49-F238E27FC236}">
                <a16:creationId xmlns:a16="http://schemas.microsoft.com/office/drawing/2014/main" id="{76FB9D53-EBEE-4499-9A23-2D0C86A3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9459" y="5019675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48" name="text-148">
            <a:extLst xmlns:a="http://schemas.openxmlformats.org/drawingml/2006/main">
              <a:ext uri="{FF2B5EF4-FFF2-40B4-BE49-F238E27FC236}">
                <a16:creationId xmlns:a16="http://schemas.microsoft.com/office/drawing/2014/main" id="{05D2F60C-2678-4220-BFD4-49214E42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9955" y="5019675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49" name="text-149">
            <a:extLst xmlns:a="http://schemas.openxmlformats.org/drawingml/2006/main">
              <a:ext uri="{FF2B5EF4-FFF2-40B4-BE49-F238E27FC236}">
                <a16:creationId xmlns:a16="http://schemas.microsoft.com/office/drawing/2014/main" id="{9656984E-BB60-4804-9213-9BED10229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5019675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50" name="text-150">
            <a:extLst xmlns:a="http://schemas.openxmlformats.org/drawingml/2006/main">
              <a:ext uri="{FF2B5EF4-FFF2-40B4-BE49-F238E27FC236}">
                <a16:creationId xmlns:a16="http://schemas.microsoft.com/office/drawing/2014/main" id="{72ACD828-8960-470B-8D55-CA1B58F21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5019675"/>
            <a:ext cx="209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月</a:t>
            </a:r>
          </a:p>
        </p:txBody>
      </p:sp>
      <p:sp>
        <p:nvSpPr>
          <p:cNvPr id="51" name="ellipse-151">
            <a:extLst xmlns:a="http://schemas.openxmlformats.org/drawingml/2006/main">
              <a:ext uri="{FF2B5EF4-FFF2-40B4-BE49-F238E27FC236}">
                <a16:creationId xmlns:a16="http://schemas.microsoft.com/office/drawing/2014/main" id="{D954621D-0487-4EB4-A5F9-F3043025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2633" y="4153106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ellipse-152">
            <a:extLst xmlns:a="http://schemas.openxmlformats.org/drawingml/2006/main">
              <a:ext uri="{FF2B5EF4-FFF2-40B4-BE49-F238E27FC236}">
                <a16:creationId xmlns:a16="http://schemas.microsoft.com/office/drawing/2014/main" id="{C40F16FE-242D-435B-88ED-EC33FE86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3128" y="3740494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ellipse-153">
            <a:extLst xmlns:a="http://schemas.openxmlformats.org/drawingml/2006/main">
              <a:ext uri="{FF2B5EF4-FFF2-40B4-BE49-F238E27FC236}">
                <a16:creationId xmlns:a16="http://schemas.microsoft.com/office/drawing/2014/main" id="{4D754E63-7BD8-4DBB-8F36-8C874151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3623" y="4025033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ellipse-154">
            <a:extLst xmlns:a="http://schemas.openxmlformats.org/drawingml/2006/main">
              <a:ext uri="{FF2B5EF4-FFF2-40B4-BE49-F238E27FC236}">
                <a16:creationId xmlns:a16="http://schemas.microsoft.com/office/drawing/2014/main" id="{C51C6FE1-817C-42B8-936F-7882048F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119" y="3332512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ellipse-155">
            <a:extLst xmlns:a="http://schemas.openxmlformats.org/drawingml/2006/main">
              <a:ext uri="{FF2B5EF4-FFF2-40B4-BE49-F238E27FC236}">
                <a16:creationId xmlns:a16="http://schemas.microsoft.com/office/drawing/2014/main" id="{6B7466C3-9DAD-4BEA-AFF9-914650CDA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4614" y="3777733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ellipse-156">
            <a:extLst xmlns:a="http://schemas.openxmlformats.org/drawingml/2006/main">
              <a:ext uri="{FF2B5EF4-FFF2-40B4-BE49-F238E27FC236}">
                <a16:creationId xmlns:a16="http://schemas.microsoft.com/office/drawing/2014/main" id="{2AFC0F53-408A-4087-9E4B-CC737A82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110" y="4192402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ellipse-157">
            <a:extLst xmlns:a="http://schemas.openxmlformats.org/drawingml/2006/main">
              <a:ext uri="{FF2B5EF4-FFF2-40B4-BE49-F238E27FC236}">
                <a16:creationId xmlns:a16="http://schemas.microsoft.com/office/drawing/2014/main" id="{D35600CE-26A6-4FC9-9DF5-594777E4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5605" y="4042006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ellipse-158">
            <a:extLst xmlns:a="http://schemas.openxmlformats.org/drawingml/2006/main">
              <a:ext uri="{FF2B5EF4-FFF2-40B4-BE49-F238E27FC236}">
                <a16:creationId xmlns:a16="http://schemas.microsoft.com/office/drawing/2014/main" id="{050AC703-4A03-4703-AEA8-FA0B11B87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101" y="3432501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ellipse-159">
            <a:extLst xmlns:a="http://schemas.openxmlformats.org/drawingml/2006/main">
              <a:ext uri="{FF2B5EF4-FFF2-40B4-BE49-F238E27FC236}">
                <a16:creationId xmlns:a16="http://schemas.microsoft.com/office/drawing/2014/main" id="{D17951B0-3193-4324-88C7-0D4097F53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596" y="4005384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ellipse-160">
            <a:extLst xmlns:a="http://schemas.openxmlformats.org/drawingml/2006/main">
              <a:ext uri="{FF2B5EF4-FFF2-40B4-BE49-F238E27FC236}">
                <a16:creationId xmlns:a16="http://schemas.microsoft.com/office/drawing/2014/main" id="{567613A2-A4FA-437F-A673-8E0C4650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7092" y="4354011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ellipse-161">
            <a:extLst xmlns:a="http://schemas.openxmlformats.org/drawingml/2006/main">
              <a:ext uri="{FF2B5EF4-FFF2-40B4-BE49-F238E27FC236}">
                <a16:creationId xmlns:a16="http://schemas.microsoft.com/office/drawing/2014/main" id="{E08B4FD1-7BF8-4848-8922-1311F4F83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7587" y="4406783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ellipse-162">
            <a:extLst xmlns:a="http://schemas.openxmlformats.org/drawingml/2006/main">
              <a:ext uri="{FF2B5EF4-FFF2-40B4-BE49-F238E27FC236}">
                <a16:creationId xmlns:a16="http://schemas.microsoft.com/office/drawing/2014/main" id="{0726B714-BBFA-4D9A-947A-792664EF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8083" y="4384872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path-163">
            <a:extLst xmlns:a="http://schemas.openxmlformats.org/drawingml/2006/main">
              <a:ext uri="{FF2B5EF4-FFF2-40B4-BE49-F238E27FC236}">
                <a16:creationId xmlns:a16="http://schemas.microsoft.com/office/drawing/2014/main" id="{000B5777-B553-4753-8FDF-29C9324E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58229"/>
            <a:ext cx="5505450" cy="1074271"/>
          </a:xfrm>
          <a:custGeom xmlns:a="http://schemas.openxmlformats.org/drawingml/2006/main">
            <a:pathLst>
              <a:path w="5505450" h="1074271">
                <a:moveTo>
                  <a:pt x="0" y="820594"/>
                </a:moveTo>
                <a:lnTo>
                  <a:pt x="500495" y="407982"/>
                </a:lnTo>
                <a:lnTo>
                  <a:pt x="1000991" y="692521"/>
                </a:lnTo>
                <a:lnTo>
                  <a:pt x="1501486" y="0"/>
                </a:lnTo>
                <a:lnTo>
                  <a:pt x="2001982" y="445221"/>
                </a:lnTo>
                <a:lnTo>
                  <a:pt x="2502477" y="859890"/>
                </a:lnTo>
                <a:lnTo>
                  <a:pt x="3002973" y="709494"/>
                </a:lnTo>
                <a:lnTo>
                  <a:pt x="3503468" y="99990"/>
                </a:lnTo>
                <a:lnTo>
                  <a:pt x="4003964" y="672873"/>
                </a:lnTo>
                <a:lnTo>
                  <a:pt x="4504459" y="1021499"/>
                </a:lnTo>
                <a:lnTo>
                  <a:pt x="5004955" y="1074271"/>
                </a:lnTo>
                <a:lnTo>
                  <a:pt x="5505450" y="105236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168574"/>
            </a:solidFill>
            <a:prstDash val="solid"/>
          </a:ln>
        </p:spPr>
      </p:sp>
      <p:sp>
        <p:nvSpPr>
          <p:cNvPr id="64" name="ellipse-164">
            <a:extLst xmlns:a="http://schemas.openxmlformats.org/drawingml/2006/main">
              <a:ext uri="{FF2B5EF4-FFF2-40B4-BE49-F238E27FC236}">
                <a16:creationId xmlns:a16="http://schemas.microsoft.com/office/drawing/2014/main" id="{A35CC34E-92C3-4E53-809E-ACA7BBED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2633" y="3987999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96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ellipse-165">
            <a:extLst xmlns:a="http://schemas.openxmlformats.org/drawingml/2006/main">
              <a:ext uri="{FF2B5EF4-FFF2-40B4-BE49-F238E27FC236}">
                <a16:creationId xmlns:a16="http://schemas.microsoft.com/office/drawing/2014/main" id="{0F818436-6E20-4C8B-AAB3-29A6FA77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3128" y="3059495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96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ellipse-166">
            <a:extLst xmlns:a="http://schemas.openxmlformats.org/drawingml/2006/main">
              <a:ext uri="{FF2B5EF4-FFF2-40B4-BE49-F238E27FC236}">
                <a16:creationId xmlns:a16="http://schemas.microsoft.com/office/drawing/2014/main" id="{73D3E122-912B-46D4-8BE3-BA460644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3623" y="4252170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96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ellipse-167">
            <a:extLst xmlns:a="http://schemas.openxmlformats.org/drawingml/2006/main">
              <a:ext uri="{FF2B5EF4-FFF2-40B4-BE49-F238E27FC236}">
                <a16:creationId xmlns:a16="http://schemas.microsoft.com/office/drawing/2014/main" id="{05A91618-2A38-4A01-AA5D-F45D13B1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119" y="4132635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96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ellipse-168">
            <a:extLst xmlns:a="http://schemas.openxmlformats.org/drawingml/2006/main">
              <a:ext uri="{FF2B5EF4-FFF2-40B4-BE49-F238E27FC236}">
                <a16:creationId xmlns:a16="http://schemas.microsoft.com/office/drawing/2014/main" id="{7ACDCC64-5584-428D-89FE-EC1B2337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4614" y="4315332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96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ellipse-169">
            <a:extLst xmlns:a="http://schemas.openxmlformats.org/drawingml/2006/main">
              <a:ext uri="{FF2B5EF4-FFF2-40B4-BE49-F238E27FC236}">
                <a16:creationId xmlns:a16="http://schemas.microsoft.com/office/drawing/2014/main" id="{204A834E-E487-4AFB-A8B1-29796437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110" y="4717348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96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ellipse-170">
            <a:extLst xmlns:a="http://schemas.openxmlformats.org/drawingml/2006/main">
              <a:ext uri="{FF2B5EF4-FFF2-40B4-BE49-F238E27FC236}">
                <a16:creationId xmlns:a16="http://schemas.microsoft.com/office/drawing/2014/main" id="{9E263FC5-299E-4367-8ED5-D927635FE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5605" y="4671571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96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ellipse-171">
            <a:extLst xmlns:a="http://schemas.openxmlformats.org/drawingml/2006/main">
              <a:ext uri="{FF2B5EF4-FFF2-40B4-BE49-F238E27FC236}">
                <a16:creationId xmlns:a16="http://schemas.microsoft.com/office/drawing/2014/main" id="{15CA4D43-1020-4425-953A-66049A0D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101" y="4594315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96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ellipse-172">
            <a:extLst xmlns:a="http://schemas.openxmlformats.org/drawingml/2006/main">
              <a:ext uri="{FF2B5EF4-FFF2-40B4-BE49-F238E27FC236}">
                <a16:creationId xmlns:a16="http://schemas.microsoft.com/office/drawing/2014/main" id="{3D6CA424-8A81-4949-8C82-BA374210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596" y="4422522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96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ellipse-173">
            <a:extLst xmlns:a="http://schemas.openxmlformats.org/drawingml/2006/main">
              <a:ext uri="{FF2B5EF4-FFF2-40B4-BE49-F238E27FC236}">
                <a16:creationId xmlns:a16="http://schemas.microsoft.com/office/drawing/2014/main" id="{E24EC38E-DB70-43BA-8693-15C85FEA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7092" y="4463979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96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ellipse-174">
            <a:extLst xmlns:a="http://schemas.openxmlformats.org/drawingml/2006/main">
              <a:ext uri="{FF2B5EF4-FFF2-40B4-BE49-F238E27FC236}">
                <a16:creationId xmlns:a16="http://schemas.microsoft.com/office/drawing/2014/main" id="{7EFA5EFA-906A-4B45-AE21-701766A8C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7587" y="4410384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96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ellipse-175">
            <a:extLst xmlns:a="http://schemas.openxmlformats.org/drawingml/2006/main">
              <a:ext uri="{FF2B5EF4-FFF2-40B4-BE49-F238E27FC236}">
                <a16:creationId xmlns:a16="http://schemas.microsoft.com/office/drawing/2014/main" id="{10BD8AEB-158A-47DB-ADA1-A37BA146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8083" y="4282310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96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path-176">
            <a:extLst xmlns:a="http://schemas.openxmlformats.org/drawingml/2006/main">
              <a:ext uri="{FF2B5EF4-FFF2-40B4-BE49-F238E27FC236}">
                <a16:creationId xmlns:a16="http://schemas.microsoft.com/office/drawing/2014/main" id="{CF3C2DB3-823E-483B-8963-FB2B6F0E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085212"/>
            <a:ext cx="5505450" cy="1657853"/>
          </a:xfrm>
          <a:custGeom xmlns:a="http://schemas.openxmlformats.org/drawingml/2006/main">
            <a:pathLst>
              <a:path w="5505450" h="1657853">
                <a:moveTo>
                  <a:pt x="0" y="928505"/>
                </a:moveTo>
                <a:lnTo>
                  <a:pt x="500495" y="0"/>
                </a:lnTo>
                <a:lnTo>
                  <a:pt x="1000991" y="1192675"/>
                </a:lnTo>
                <a:lnTo>
                  <a:pt x="1501486" y="1073140"/>
                </a:lnTo>
                <a:lnTo>
                  <a:pt x="2001982" y="1255837"/>
                </a:lnTo>
                <a:lnTo>
                  <a:pt x="2502477" y="1657853"/>
                </a:lnTo>
                <a:lnTo>
                  <a:pt x="3002973" y="1612076"/>
                </a:lnTo>
                <a:lnTo>
                  <a:pt x="3503468" y="1534820"/>
                </a:lnTo>
                <a:lnTo>
                  <a:pt x="4003964" y="1363027"/>
                </a:lnTo>
                <a:lnTo>
                  <a:pt x="4504459" y="1404484"/>
                </a:lnTo>
                <a:lnTo>
                  <a:pt x="5004955" y="1350889"/>
                </a:lnTo>
                <a:lnTo>
                  <a:pt x="5505450" y="1222816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78964F"/>
            </a:solidFill>
            <a:prstDash val="solid"/>
          </a:ln>
        </p:spPr>
      </p:sp>
      <p:sp>
        <p:nvSpPr>
          <p:cNvPr id="77" name="ellipse-177">
            <a:extLst xmlns:a="http://schemas.openxmlformats.org/drawingml/2006/main">
              <a:ext uri="{FF2B5EF4-FFF2-40B4-BE49-F238E27FC236}">
                <a16:creationId xmlns:a16="http://schemas.microsoft.com/office/drawing/2014/main" id="{B53E3085-E1D6-4D18-9746-4CA23EA4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2633" y="4312966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8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ellipse-178">
            <a:extLst xmlns:a="http://schemas.openxmlformats.org/drawingml/2006/main">
              <a:ext uri="{FF2B5EF4-FFF2-40B4-BE49-F238E27FC236}">
                <a16:creationId xmlns:a16="http://schemas.microsoft.com/office/drawing/2014/main" id="{CF38AC5B-EA82-4C17-895D-DF3076284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3128" y="3320682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8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ellipse-179">
            <a:extLst xmlns:a="http://schemas.openxmlformats.org/drawingml/2006/main">
              <a:ext uri="{FF2B5EF4-FFF2-40B4-BE49-F238E27FC236}">
                <a16:creationId xmlns:a16="http://schemas.microsoft.com/office/drawing/2014/main" id="{A49A03F8-DBDF-4D1E-A72B-71B852C5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3623" y="4295581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8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ellipse-180">
            <a:extLst xmlns:a="http://schemas.openxmlformats.org/drawingml/2006/main">
              <a:ext uri="{FF2B5EF4-FFF2-40B4-BE49-F238E27FC236}">
                <a16:creationId xmlns:a16="http://schemas.microsoft.com/office/drawing/2014/main" id="{5E7776FC-EF6C-4DE1-AFA4-F2EDACFD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119" y="4137058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8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ellipse-181">
            <a:extLst xmlns:a="http://schemas.openxmlformats.org/drawingml/2006/main">
              <a:ext uri="{FF2B5EF4-FFF2-40B4-BE49-F238E27FC236}">
                <a16:creationId xmlns:a16="http://schemas.microsoft.com/office/drawing/2014/main" id="{AEA375BA-829A-42A9-AB04-DDE9CFB6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4614" y="4316669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8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ellipse-182">
            <a:extLst xmlns:a="http://schemas.openxmlformats.org/drawingml/2006/main">
              <a:ext uri="{FF2B5EF4-FFF2-40B4-BE49-F238E27FC236}">
                <a16:creationId xmlns:a16="http://schemas.microsoft.com/office/drawing/2014/main" id="{4A1493F9-301A-46BB-B207-A8056FB8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110" y="4658712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8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ellipse-183">
            <a:extLst xmlns:a="http://schemas.openxmlformats.org/drawingml/2006/main">
              <a:ext uri="{FF2B5EF4-FFF2-40B4-BE49-F238E27FC236}">
                <a16:creationId xmlns:a16="http://schemas.microsoft.com/office/drawing/2014/main" id="{E8114FB3-4616-47B4-A663-30DE49C3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5605" y="4618901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8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ellipse-184">
            <a:extLst xmlns:a="http://schemas.openxmlformats.org/drawingml/2006/main">
              <a:ext uri="{FF2B5EF4-FFF2-40B4-BE49-F238E27FC236}">
                <a16:creationId xmlns:a16="http://schemas.microsoft.com/office/drawing/2014/main" id="{D074149A-DCEC-42BC-B259-5723B6E0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101" y="4521380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8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ellipse-185">
            <a:extLst xmlns:a="http://schemas.openxmlformats.org/drawingml/2006/main">
              <a:ext uri="{FF2B5EF4-FFF2-40B4-BE49-F238E27FC236}">
                <a16:creationId xmlns:a16="http://schemas.microsoft.com/office/drawing/2014/main" id="{ADA2E6FF-8F84-4980-8EE9-92E48CD0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596" y="4419539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8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ellipse-186">
            <a:extLst xmlns:a="http://schemas.openxmlformats.org/drawingml/2006/main">
              <a:ext uri="{FF2B5EF4-FFF2-40B4-BE49-F238E27FC236}">
                <a16:creationId xmlns:a16="http://schemas.microsoft.com/office/drawing/2014/main" id="{94BE48AE-5323-41A0-8DFD-DBB9A8D3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7092" y="4538560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8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ellipse-187">
            <a:extLst xmlns:a="http://schemas.openxmlformats.org/drawingml/2006/main">
              <a:ext uri="{FF2B5EF4-FFF2-40B4-BE49-F238E27FC236}">
                <a16:creationId xmlns:a16="http://schemas.microsoft.com/office/drawing/2014/main" id="{2698BCA1-7AE4-48EE-A3F3-0445C67D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7587" y="4554710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8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ellipse-188">
            <a:extLst xmlns:a="http://schemas.openxmlformats.org/drawingml/2006/main">
              <a:ext uri="{FF2B5EF4-FFF2-40B4-BE49-F238E27FC236}">
                <a16:creationId xmlns:a16="http://schemas.microsoft.com/office/drawing/2014/main" id="{D88888D2-8C50-421B-8772-0BC8CB5E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8083" y="4429929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8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path-189">
            <a:extLst xmlns:a="http://schemas.openxmlformats.org/drawingml/2006/main">
              <a:ext uri="{FF2B5EF4-FFF2-40B4-BE49-F238E27FC236}">
                <a16:creationId xmlns:a16="http://schemas.microsoft.com/office/drawing/2014/main" id="{E49A3378-29D1-4195-8815-2EA32939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46399"/>
            <a:ext cx="5505450" cy="1338030"/>
          </a:xfrm>
          <a:custGeom xmlns:a="http://schemas.openxmlformats.org/drawingml/2006/main">
            <a:pathLst>
              <a:path w="5505450" h="1338030">
                <a:moveTo>
                  <a:pt x="0" y="992284"/>
                </a:moveTo>
                <a:lnTo>
                  <a:pt x="500495" y="0"/>
                </a:lnTo>
                <a:lnTo>
                  <a:pt x="1000991" y="974899"/>
                </a:lnTo>
                <a:lnTo>
                  <a:pt x="1501486" y="816376"/>
                </a:lnTo>
                <a:lnTo>
                  <a:pt x="2001982" y="995987"/>
                </a:lnTo>
                <a:lnTo>
                  <a:pt x="2502477" y="1338030"/>
                </a:lnTo>
                <a:lnTo>
                  <a:pt x="3002973" y="1298219"/>
                </a:lnTo>
                <a:lnTo>
                  <a:pt x="3503468" y="1200699"/>
                </a:lnTo>
                <a:lnTo>
                  <a:pt x="4003964" y="1098857"/>
                </a:lnTo>
                <a:lnTo>
                  <a:pt x="4504459" y="1217878"/>
                </a:lnTo>
                <a:lnTo>
                  <a:pt x="5004955" y="1234029"/>
                </a:lnTo>
                <a:lnTo>
                  <a:pt x="5505450" y="1109247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BA894B"/>
            </a:solidFill>
            <a:prstDash val="solid"/>
          </a:ln>
        </p:spPr>
      </p:sp>
      <p:sp>
        <p:nvSpPr>
          <p:cNvPr id="90" name="ellipse-190">
            <a:extLst xmlns:a="http://schemas.openxmlformats.org/drawingml/2006/main">
              <a:ext uri="{FF2B5EF4-FFF2-40B4-BE49-F238E27FC236}">
                <a16:creationId xmlns:a16="http://schemas.microsoft.com/office/drawing/2014/main" id="{120707CE-7238-4546-897E-3546E7E2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2633" y="3960739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7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ellipse-191">
            <a:extLst xmlns:a="http://schemas.openxmlformats.org/drawingml/2006/main">
              <a:ext uri="{FF2B5EF4-FFF2-40B4-BE49-F238E27FC236}">
                <a16:creationId xmlns:a16="http://schemas.microsoft.com/office/drawing/2014/main" id="{2D052152-BE6B-4819-A8BF-A5D6BCCB2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3128" y="3999315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7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ellipse-192">
            <a:extLst xmlns:a="http://schemas.openxmlformats.org/drawingml/2006/main">
              <a:ext uri="{FF2B5EF4-FFF2-40B4-BE49-F238E27FC236}">
                <a16:creationId xmlns:a16="http://schemas.microsoft.com/office/drawing/2014/main" id="{1E520DA6-FE1A-49CF-9748-4C8D35FA3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3623" y="4309880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7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ellipse-193">
            <a:extLst xmlns:a="http://schemas.openxmlformats.org/drawingml/2006/main">
              <a:ext uri="{FF2B5EF4-FFF2-40B4-BE49-F238E27FC236}">
                <a16:creationId xmlns:a16="http://schemas.microsoft.com/office/drawing/2014/main" id="{6F90ACF2-4E73-4BC7-A833-0B817A57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119" y="4451120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7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ellipse-194">
            <a:extLst xmlns:a="http://schemas.openxmlformats.org/drawingml/2006/main">
              <a:ext uri="{FF2B5EF4-FFF2-40B4-BE49-F238E27FC236}">
                <a16:creationId xmlns:a16="http://schemas.microsoft.com/office/drawing/2014/main" id="{B264D175-E15D-4FE1-8BAF-E390591A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4614" y="4531770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7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ellipse-195">
            <a:extLst xmlns:a="http://schemas.openxmlformats.org/drawingml/2006/main">
              <a:ext uri="{FF2B5EF4-FFF2-40B4-BE49-F238E27FC236}">
                <a16:creationId xmlns:a16="http://schemas.microsoft.com/office/drawing/2014/main" id="{6E5B8826-8221-4CBC-A5A7-9BBB37AA5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110" y="4574050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7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ellipse-196">
            <a:extLst xmlns:a="http://schemas.openxmlformats.org/drawingml/2006/main">
              <a:ext uri="{FF2B5EF4-FFF2-40B4-BE49-F238E27FC236}">
                <a16:creationId xmlns:a16="http://schemas.microsoft.com/office/drawing/2014/main" id="{6E3500F9-552A-41AF-A4AE-DA47B873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5605" y="4629188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7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ellipse-197">
            <a:extLst xmlns:a="http://schemas.openxmlformats.org/drawingml/2006/main">
              <a:ext uri="{FF2B5EF4-FFF2-40B4-BE49-F238E27FC236}">
                <a16:creationId xmlns:a16="http://schemas.microsoft.com/office/drawing/2014/main" id="{7D2FC30B-BEDE-49CF-8F8D-003D4A4F5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101" y="4685869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7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ellipse-198">
            <a:extLst xmlns:a="http://schemas.openxmlformats.org/drawingml/2006/main">
              <a:ext uri="{FF2B5EF4-FFF2-40B4-BE49-F238E27FC236}">
                <a16:creationId xmlns:a16="http://schemas.microsoft.com/office/drawing/2014/main" id="{C027AACE-6A61-4C6E-926D-3C0A3165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596" y="4614066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7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ellipse-199">
            <a:extLst xmlns:a="http://schemas.openxmlformats.org/drawingml/2006/main">
              <a:ext uri="{FF2B5EF4-FFF2-40B4-BE49-F238E27FC236}">
                <a16:creationId xmlns:a16="http://schemas.microsoft.com/office/drawing/2014/main" id="{9EA830D9-38BA-45E0-880D-42EAFDC4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7092" y="4186024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7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ellipse-200">
            <a:extLst xmlns:a="http://schemas.openxmlformats.org/drawingml/2006/main">
              <a:ext uri="{FF2B5EF4-FFF2-40B4-BE49-F238E27FC236}">
                <a16:creationId xmlns:a16="http://schemas.microsoft.com/office/drawing/2014/main" id="{B4E960D5-4E2B-413F-B8B1-E24F3D65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7587" y="4303399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7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ellipse-201">
            <a:extLst xmlns:a="http://schemas.openxmlformats.org/drawingml/2006/main">
              <a:ext uri="{FF2B5EF4-FFF2-40B4-BE49-F238E27FC236}">
                <a16:creationId xmlns:a16="http://schemas.microsoft.com/office/drawing/2014/main" id="{1E688031-789C-46A2-AB2E-F82848EC9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8083" y="4314406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7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path-202">
            <a:extLst xmlns:a="http://schemas.openxmlformats.org/drawingml/2006/main">
              <a:ext uri="{FF2B5EF4-FFF2-40B4-BE49-F238E27FC236}">
                <a16:creationId xmlns:a16="http://schemas.microsoft.com/office/drawing/2014/main" id="{3A228D1A-6F29-4F91-9CEE-04C74AC89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986456"/>
            <a:ext cx="5505450" cy="725131"/>
          </a:xfrm>
          <a:custGeom xmlns:a="http://schemas.openxmlformats.org/drawingml/2006/main">
            <a:pathLst>
              <a:path w="5505450" h="725131">
                <a:moveTo>
                  <a:pt x="0" y="0"/>
                </a:moveTo>
                <a:lnTo>
                  <a:pt x="500495" y="38576"/>
                </a:lnTo>
                <a:lnTo>
                  <a:pt x="1000991" y="349141"/>
                </a:lnTo>
                <a:lnTo>
                  <a:pt x="1501486" y="490381"/>
                </a:lnTo>
                <a:lnTo>
                  <a:pt x="2001982" y="571031"/>
                </a:lnTo>
                <a:lnTo>
                  <a:pt x="2502477" y="613311"/>
                </a:lnTo>
                <a:lnTo>
                  <a:pt x="3002973" y="668449"/>
                </a:lnTo>
                <a:lnTo>
                  <a:pt x="3503468" y="725131"/>
                </a:lnTo>
                <a:lnTo>
                  <a:pt x="4003964" y="653327"/>
                </a:lnTo>
                <a:lnTo>
                  <a:pt x="4504459" y="225285"/>
                </a:lnTo>
                <a:lnTo>
                  <a:pt x="5004955" y="342660"/>
                </a:lnTo>
                <a:lnTo>
                  <a:pt x="5505450" y="353667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4C78A6"/>
            </a:solidFill>
            <a:prstDash val="solid"/>
          </a:ln>
        </p:spPr>
      </p:sp>
      <p:sp>
        <p:nvSpPr>
          <p:cNvPr id="103" name="ellipse-203">
            <a:extLst xmlns:a="http://schemas.openxmlformats.org/drawingml/2006/main">
              <a:ext uri="{FF2B5EF4-FFF2-40B4-BE49-F238E27FC236}">
                <a16:creationId xmlns:a16="http://schemas.microsoft.com/office/drawing/2014/main" id="{4850DF37-22E5-47A9-8B4C-4566AA834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2633" y="4015363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574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ellipse-204">
            <a:extLst xmlns:a="http://schemas.openxmlformats.org/drawingml/2006/main">
              <a:ext uri="{FF2B5EF4-FFF2-40B4-BE49-F238E27FC236}">
                <a16:creationId xmlns:a16="http://schemas.microsoft.com/office/drawing/2014/main" id="{6B9F043B-182F-4B2C-9909-BCB1726D1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3128" y="4076879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574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ellipse-205">
            <a:extLst xmlns:a="http://schemas.openxmlformats.org/drawingml/2006/main">
              <a:ext uri="{FF2B5EF4-FFF2-40B4-BE49-F238E27FC236}">
                <a16:creationId xmlns:a16="http://schemas.microsoft.com/office/drawing/2014/main" id="{C039ABDB-1653-42CE-80C4-349C75CC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3623" y="4325310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574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ellipse-206">
            <a:extLst xmlns:a="http://schemas.openxmlformats.org/drawingml/2006/main">
              <a:ext uri="{FF2B5EF4-FFF2-40B4-BE49-F238E27FC236}">
                <a16:creationId xmlns:a16="http://schemas.microsoft.com/office/drawing/2014/main" id="{4B67D047-AE80-4674-8D9E-44108B01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119" y="4398142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574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ellipse-207">
            <a:extLst xmlns:a="http://schemas.openxmlformats.org/drawingml/2006/main">
              <a:ext uri="{FF2B5EF4-FFF2-40B4-BE49-F238E27FC236}">
                <a16:creationId xmlns:a16="http://schemas.microsoft.com/office/drawing/2014/main" id="{A6F92647-52D2-4B2B-A4CD-FA9C0700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4614" y="4484347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574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ellipse-208">
            <a:extLst xmlns:a="http://schemas.openxmlformats.org/drawingml/2006/main">
              <a:ext uri="{FF2B5EF4-FFF2-40B4-BE49-F238E27FC236}">
                <a16:creationId xmlns:a16="http://schemas.microsoft.com/office/drawing/2014/main" id="{A3A151D1-8A87-4A35-BBBF-4DB59EAAB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110" y="4542263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574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ellipse-209">
            <a:extLst xmlns:a="http://schemas.openxmlformats.org/drawingml/2006/main">
              <a:ext uri="{FF2B5EF4-FFF2-40B4-BE49-F238E27FC236}">
                <a16:creationId xmlns:a16="http://schemas.microsoft.com/office/drawing/2014/main" id="{37C7D3A4-CAF8-4C30-A6C9-C75D65C6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5605" y="4555739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574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ellipse-210">
            <a:extLst xmlns:a="http://schemas.openxmlformats.org/drawingml/2006/main">
              <a:ext uri="{FF2B5EF4-FFF2-40B4-BE49-F238E27FC236}">
                <a16:creationId xmlns:a16="http://schemas.microsoft.com/office/drawing/2014/main" id="{74EC8E79-2F13-4228-9BD0-46EBBABF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101" y="4676611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574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ellipse-211">
            <a:extLst xmlns:a="http://schemas.openxmlformats.org/drawingml/2006/main">
              <a:ext uri="{FF2B5EF4-FFF2-40B4-BE49-F238E27FC236}">
                <a16:creationId xmlns:a16="http://schemas.microsoft.com/office/drawing/2014/main" id="{5FD76775-B67C-4815-B77F-5B8F6900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596" y="4602853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574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ellipse-212">
            <a:extLst xmlns:a="http://schemas.openxmlformats.org/drawingml/2006/main">
              <a:ext uri="{FF2B5EF4-FFF2-40B4-BE49-F238E27FC236}">
                <a16:creationId xmlns:a16="http://schemas.microsoft.com/office/drawing/2014/main" id="{6BD6417A-6FEE-410A-B332-F00C875E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7092" y="4222132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574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ellipse-213">
            <a:extLst xmlns:a="http://schemas.openxmlformats.org/drawingml/2006/main">
              <a:ext uri="{FF2B5EF4-FFF2-40B4-BE49-F238E27FC236}">
                <a16:creationId xmlns:a16="http://schemas.microsoft.com/office/drawing/2014/main" id="{1C082A51-3FBA-4837-B4DB-8E3AF80C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7587" y="4336111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574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ellipse-214">
            <a:extLst xmlns:a="http://schemas.openxmlformats.org/drawingml/2006/main">
              <a:ext uri="{FF2B5EF4-FFF2-40B4-BE49-F238E27FC236}">
                <a16:creationId xmlns:a16="http://schemas.microsoft.com/office/drawing/2014/main" id="{67ECCFB8-29E2-42F0-BF86-1D9CB471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8083" y="4360389"/>
            <a:ext cx="51435" cy="514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574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path-215">
            <a:extLst xmlns:a="http://schemas.openxmlformats.org/drawingml/2006/main">
              <a:ext uri="{FF2B5EF4-FFF2-40B4-BE49-F238E27FC236}">
                <a16:creationId xmlns:a16="http://schemas.microsoft.com/office/drawing/2014/main" id="{DA4DA6D8-61F6-4A63-BBC5-CB163E44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041080"/>
            <a:ext cx="5505450" cy="661248"/>
          </a:xfrm>
          <a:custGeom xmlns:a="http://schemas.openxmlformats.org/drawingml/2006/main">
            <a:pathLst>
              <a:path w="5505450" h="661248">
                <a:moveTo>
                  <a:pt x="0" y="0"/>
                </a:moveTo>
                <a:lnTo>
                  <a:pt x="500495" y="61516"/>
                </a:lnTo>
                <a:lnTo>
                  <a:pt x="1000991" y="309947"/>
                </a:lnTo>
                <a:lnTo>
                  <a:pt x="1501486" y="382779"/>
                </a:lnTo>
                <a:lnTo>
                  <a:pt x="2001982" y="468984"/>
                </a:lnTo>
                <a:lnTo>
                  <a:pt x="2502477" y="526900"/>
                </a:lnTo>
                <a:lnTo>
                  <a:pt x="3002973" y="540376"/>
                </a:lnTo>
                <a:lnTo>
                  <a:pt x="3503468" y="661248"/>
                </a:lnTo>
                <a:lnTo>
                  <a:pt x="4003964" y="587491"/>
                </a:lnTo>
                <a:lnTo>
                  <a:pt x="4504459" y="206769"/>
                </a:lnTo>
                <a:lnTo>
                  <a:pt x="5004955" y="320749"/>
                </a:lnTo>
                <a:lnTo>
                  <a:pt x="5505450" y="345026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A5748A"/>
            </a:solidFill>
            <a:prstDash val="solid"/>
          </a:ln>
        </p:spPr>
      </p:sp>
      <p:sp>
        <p:nvSpPr>
          <p:cNvPr id="116" name="text-216">
            <a:extLst xmlns:a="http://schemas.openxmlformats.org/drawingml/2006/main">
              <a:ext uri="{FF2B5EF4-FFF2-40B4-BE49-F238E27FC236}">
                <a16:creationId xmlns:a16="http://schemas.microsoft.com/office/drawing/2014/main" id="{71B2015A-8049-4744-8E85-AD605389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5336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μg/m³</a:t>
            </a:r>
          </a:p>
        </p:txBody>
      </p:sp>
      <p:sp>
        <p:nvSpPr>
          <p:cNvPr id="117" name="ellipse-217">
            <a:extLst xmlns:a="http://schemas.openxmlformats.org/drawingml/2006/main">
              <a:ext uri="{FF2B5EF4-FFF2-40B4-BE49-F238E27FC236}">
                <a16:creationId xmlns:a16="http://schemas.microsoft.com/office/drawing/2014/main" id="{2A59B020-2A6D-4903-BB95-A1DC6859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text-218">
            <a:extLst xmlns:a="http://schemas.openxmlformats.org/drawingml/2006/main">
              <a:ext uri="{FF2B5EF4-FFF2-40B4-BE49-F238E27FC236}">
                <a16:creationId xmlns:a16="http://schemas.microsoft.com/office/drawing/2014/main" id="{B971D509-756C-4129-BA49-D982516D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514975"/>
            <a:ext cx="1038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和田地区</a:t>
            </a:r>
          </a:p>
        </p:txBody>
      </p:sp>
      <p:sp>
        <p:nvSpPr>
          <p:cNvPr id="119" name="ellipse-219">
            <a:extLst xmlns:a="http://schemas.openxmlformats.org/drawingml/2006/main">
              <a:ext uri="{FF2B5EF4-FFF2-40B4-BE49-F238E27FC236}">
                <a16:creationId xmlns:a16="http://schemas.microsoft.com/office/drawing/2014/main" id="{FCA1ACFD-61D3-4CE2-AA36-31E472EE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96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text-220">
            <a:extLst xmlns:a="http://schemas.openxmlformats.org/drawingml/2006/main">
              <a:ext uri="{FF2B5EF4-FFF2-40B4-BE49-F238E27FC236}">
                <a16:creationId xmlns:a16="http://schemas.microsoft.com/office/drawing/2014/main" id="{4767E0D4-D6F7-49C4-BB93-78B194CA9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5514975"/>
            <a:ext cx="1038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喀什地区</a:t>
            </a:r>
          </a:p>
        </p:txBody>
      </p:sp>
      <p:sp>
        <p:nvSpPr>
          <p:cNvPr id="121" name="ellipse-221">
            <a:extLst xmlns:a="http://schemas.openxmlformats.org/drawingml/2006/main">
              <a:ext uri="{FF2B5EF4-FFF2-40B4-BE49-F238E27FC236}">
                <a16:creationId xmlns:a16="http://schemas.microsoft.com/office/drawing/2014/main" id="{2F4A81C8-5D35-4972-8E95-FCA2196E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8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text-222">
            <a:extLst xmlns:a="http://schemas.openxmlformats.org/drawingml/2006/main">
              <a:ext uri="{FF2B5EF4-FFF2-40B4-BE49-F238E27FC236}">
                <a16:creationId xmlns:a16="http://schemas.microsoft.com/office/drawing/2014/main" id="{423F5202-479B-4A8A-AD06-A33869B4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514975"/>
            <a:ext cx="1038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克州</a:t>
            </a:r>
          </a:p>
        </p:txBody>
      </p:sp>
      <p:sp>
        <p:nvSpPr>
          <p:cNvPr id="123" name="ellipse-223">
            <a:extLst xmlns:a="http://schemas.openxmlformats.org/drawingml/2006/main">
              <a:ext uri="{FF2B5EF4-FFF2-40B4-BE49-F238E27FC236}">
                <a16:creationId xmlns:a16="http://schemas.microsoft.com/office/drawing/2014/main" id="{C72EAE51-9E2B-4207-ADFA-AFA152D4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7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text-224">
            <a:extLst xmlns:a="http://schemas.openxmlformats.org/drawingml/2006/main">
              <a:ext uri="{FF2B5EF4-FFF2-40B4-BE49-F238E27FC236}">
                <a16:creationId xmlns:a16="http://schemas.microsoft.com/office/drawing/2014/main" id="{18BB9DD4-A109-490E-94E2-38D10C0B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5514975"/>
            <a:ext cx="1038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安阳</a:t>
            </a:r>
          </a:p>
        </p:txBody>
      </p:sp>
      <p:sp>
        <p:nvSpPr>
          <p:cNvPr id="125" name="ellipse-225">
            <a:extLst xmlns:a="http://schemas.openxmlformats.org/drawingml/2006/main">
              <a:ext uri="{FF2B5EF4-FFF2-40B4-BE49-F238E27FC236}">
                <a16:creationId xmlns:a16="http://schemas.microsoft.com/office/drawing/2014/main" id="{F207E9CA-C975-41D1-AE21-CAE26216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574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text-226">
            <a:extLst xmlns:a="http://schemas.openxmlformats.org/drawingml/2006/main">
              <a:ext uri="{FF2B5EF4-FFF2-40B4-BE49-F238E27FC236}">
                <a16:creationId xmlns:a16="http://schemas.microsoft.com/office/drawing/2014/main" id="{83FDDAF4-DFEE-4D82-B333-0307CBAB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5514975"/>
            <a:ext cx="1038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鹤壁</a:t>
            </a:r>
          </a:p>
        </p:txBody>
      </p:sp>
      <p:sp>
        <p:nvSpPr>
          <p:cNvPr id="127" name="text-227">
            <a:extLst xmlns:a="http://schemas.openxmlformats.org/drawingml/2006/main">
              <a:ext uri="{FF2B5EF4-FFF2-40B4-BE49-F238E27FC236}">
                <a16:creationId xmlns:a16="http://schemas.microsoft.com/office/drawing/2014/main" id="{1A4D1A3B-65B3-48DB-8B0E-385115239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72225"/>
            <a:ext cx="1091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柱长与折线均来自本地工具返回值。克州指克孜勒苏柯尔克孜自治州；月均曲线用于识别变化。</a:t>
            </a:r>
          </a:p>
        </p:txBody>
      </p:sp>
    </p:spTree>
    <p:extLst>
      <p:ext uri="{BB962C8B-B14F-4D97-AF65-F5344CB8AC3E}">
        <p14:creationId xmlns:p14="http://schemas.microsoft.com/office/powerpoint/2010/main" val="2615441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228">
            <a:extLst xmlns:a="http://schemas.openxmlformats.org/drawingml/2006/main">
              <a:ext uri="{FF2B5EF4-FFF2-40B4-BE49-F238E27FC236}">
                <a16:creationId xmlns:a16="http://schemas.microsoft.com/office/drawing/2014/main" id="{A1AB8BFE-4FE9-40FC-BBE8-B81637C1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案例二：31 个省份的 PM2.5 超标占比</a:t>
            </a:r>
          </a:p>
        </p:txBody>
      </p:sp>
      <p:sp>
        <p:nvSpPr>
          <p:cNvPr id="2" name="rect-229">
            <a:extLst xmlns:a="http://schemas.openxmlformats.org/drawingml/2006/main">
              <a:ext uri="{FF2B5EF4-FFF2-40B4-BE49-F238E27FC236}">
                <a16:creationId xmlns:a16="http://schemas.microsoft.com/office/drawing/2014/main" id="{CD2B1BFF-4059-491F-8505-88AE7E75A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9675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230">
            <a:extLst xmlns:a="http://schemas.openxmlformats.org/drawingml/2006/main">
              <a:ext uri="{FF2B5EF4-FFF2-40B4-BE49-F238E27FC236}">
                <a16:creationId xmlns:a16="http://schemas.microsoft.com/office/drawing/2014/main" id="{670D7F75-3CF1-4BD5-931F-20A7646C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1093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先按省份聚合有效城市日，再按二级日均限值 75 μg/m³ 逐日计数。</a:t>
            </a:r>
          </a:p>
        </p:txBody>
      </p:sp>
      <p:sp>
        <p:nvSpPr>
          <p:cNvPr id="4" name="text-231">
            <a:extLst xmlns:a="http://schemas.openxmlformats.org/drawingml/2006/main">
              <a:ext uri="{FF2B5EF4-FFF2-40B4-BE49-F238E27FC236}">
                <a16:creationId xmlns:a16="http://schemas.microsoft.com/office/drawing/2014/main" id="{82E2993B-72AD-4A39-ABFF-6EF4F5E9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638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超标率较高的 6 个省级分组</a:t>
            </a:r>
          </a:p>
        </p:txBody>
      </p:sp>
      <p:sp>
        <p:nvSpPr>
          <p:cNvPr id="5" name="text-232">
            <a:extLst xmlns:a="http://schemas.openxmlformats.org/drawingml/2006/main">
              <a:ext uri="{FF2B5EF4-FFF2-40B4-BE49-F238E27FC236}">
                <a16:creationId xmlns:a16="http://schemas.microsoft.com/office/drawing/2014/main" id="{73C954F6-2A2D-4151-B07D-2F2F7425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52700"/>
            <a:ext cx="19907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河南省</a:t>
            </a:r>
          </a:p>
        </p:txBody>
      </p:sp>
      <p:sp>
        <p:nvSpPr>
          <p:cNvPr id="6" name="rect-233">
            <a:extLst xmlns:a="http://schemas.openxmlformats.org/drawingml/2006/main">
              <a:ext uri="{FF2B5EF4-FFF2-40B4-BE49-F238E27FC236}">
                <a16:creationId xmlns:a16="http://schemas.microsoft.com/office/drawing/2014/main" id="{7BC8FA37-CB89-470C-BE71-3CBAE87A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726055"/>
            <a:ext cx="3190875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9F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ct-234">
            <a:extLst xmlns:a="http://schemas.openxmlformats.org/drawingml/2006/main">
              <a:ext uri="{FF2B5EF4-FFF2-40B4-BE49-F238E27FC236}">
                <a16:creationId xmlns:a16="http://schemas.microsoft.com/office/drawing/2014/main" id="{E02C8EBF-412C-4E92-A86E-37F0672A4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726055"/>
            <a:ext cx="2547914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235">
            <a:extLst xmlns:a="http://schemas.openxmlformats.org/drawingml/2006/main">
              <a:ext uri="{FF2B5EF4-FFF2-40B4-BE49-F238E27FC236}">
                <a16:creationId xmlns:a16="http://schemas.microsoft.com/office/drawing/2014/main" id="{B39879CE-63BE-4460-B081-60BE2FD9B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5527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15.97%</a:t>
            </a:r>
          </a:p>
        </p:txBody>
      </p:sp>
      <p:sp>
        <p:nvSpPr>
          <p:cNvPr id="9" name="text-236">
            <a:extLst xmlns:a="http://schemas.openxmlformats.org/drawingml/2006/main">
              <a:ext uri="{FF2B5EF4-FFF2-40B4-BE49-F238E27FC236}">
                <a16:creationId xmlns:a16="http://schemas.microsoft.com/office/drawing/2014/main" id="{C64FDE9A-B982-439D-9941-89C94BC5D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48000"/>
            <a:ext cx="19907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新疆维吾尔自治区</a:t>
            </a:r>
          </a:p>
        </p:txBody>
      </p:sp>
      <p:sp>
        <p:nvSpPr>
          <p:cNvPr id="10" name="rect-237">
            <a:extLst xmlns:a="http://schemas.openxmlformats.org/drawingml/2006/main">
              <a:ext uri="{FF2B5EF4-FFF2-40B4-BE49-F238E27FC236}">
                <a16:creationId xmlns:a16="http://schemas.microsoft.com/office/drawing/2014/main" id="{285076B9-0A71-463D-82F3-41071E60E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221355"/>
            <a:ext cx="3190875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9F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ect-238">
            <a:extLst xmlns:a="http://schemas.openxmlformats.org/drawingml/2006/main">
              <a:ext uri="{FF2B5EF4-FFF2-40B4-BE49-F238E27FC236}">
                <a16:creationId xmlns:a16="http://schemas.microsoft.com/office/drawing/2014/main" id="{D6DE7DFD-08EA-4896-B1B1-9151FEE8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221355"/>
            <a:ext cx="1952815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239">
            <a:extLst xmlns:a="http://schemas.openxmlformats.org/drawingml/2006/main">
              <a:ext uri="{FF2B5EF4-FFF2-40B4-BE49-F238E27FC236}">
                <a16:creationId xmlns:a16="http://schemas.microsoft.com/office/drawing/2014/main" id="{0A6B1E1A-B2A4-4BC3-ACB9-171417DD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0480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12.24%</a:t>
            </a:r>
          </a:p>
        </p:txBody>
      </p:sp>
      <p:sp>
        <p:nvSpPr>
          <p:cNvPr id="13" name="text-240">
            <a:extLst xmlns:a="http://schemas.openxmlformats.org/drawingml/2006/main">
              <a:ext uri="{FF2B5EF4-FFF2-40B4-BE49-F238E27FC236}">
                <a16:creationId xmlns:a16="http://schemas.microsoft.com/office/drawing/2014/main" id="{379F385E-3342-4007-8BC1-B67302B25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43300"/>
            <a:ext cx="19907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河北省</a:t>
            </a:r>
          </a:p>
        </p:txBody>
      </p:sp>
      <p:sp>
        <p:nvSpPr>
          <p:cNvPr id="14" name="rect-241">
            <a:extLst xmlns:a="http://schemas.openxmlformats.org/drawingml/2006/main">
              <a:ext uri="{FF2B5EF4-FFF2-40B4-BE49-F238E27FC236}">
                <a16:creationId xmlns:a16="http://schemas.microsoft.com/office/drawing/2014/main" id="{6376B944-E5DB-425C-9A99-D46A1A7D9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716655"/>
            <a:ext cx="3190875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9F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ect-242">
            <a:extLst xmlns:a="http://schemas.openxmlformats.org/drawingml/2006/main">
              <a:ext uri="{FF2B5EF4-FFF2-40B4-BE49-F238E27FC236}">
                <a16:creationId xmlns:a16="http://schemas.microsoft.com/office/drawing/2014/main" id="{249116A5-9D26-463F-9E4A-605864BC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716655"/>
            <a:ext cx="1675209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243">
            <a:extLst xmlns:a="http://schemas.openxmlformats.org/drawingml/2006/main">
              <a:ext uri="{FF2B5EF4-FFF2-40B4-BE49-F238E27FC236}">
                <a16:creationId xmlns:a16="http://schemas.microsoft.com/office/drawing/2014/main" id="{16ABE186-15A6-47BD-B92A-F892A6705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543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10.50%</a:t>
            </a:r>
          </a:p>
        </p:txBody>
      </p:sp>
      <p:sp>
        <p:nvSpPr>
          <p:cNvPr id="17" name="text-244">
            <a:extLst xmlns:a="http://schemas.openxmlformats.org/drawingml/2006/main">
              <a:ext uri="{FF2B5EF4-FFF2-40B4-BE49-F238E27FC236}">
                <a16:creationId xmlns:a16="http://schemas.microsoft.com/office/drawing/2014/main" id="{5EE2BBEF-B2A3-40A0-815D-656704C9D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19907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陕西省</a:t>
            </a:r>
          </a:p>
        </p:txBody>
      </p:sp>
      <p:sp>
        <p:nvSpPr>
          <p:cNvPr id="18" name="rect-245">
            <a:extLst xmlns:a="http://schemas.openxmlformats.org/drawingml/2006/main">
              <a:ext uri="{FF2B5EF4-FFF2-40B4-BE49-F238E27FC236}">
                <a16:creationId xmlns:a16="http://schemas.microsoft.com/office/drawing/2014/main" id="{9BFFE9A5-C047-443E-8647-34362FBD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211955"/>
            <a:ext cx="3190875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9F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rect-246">
            <a:extLst xmlns:a="http://schemas.openxmlformats.org/drawingml/2006/main">
              <a:ext uri="{FF2B5EF4-FFF2-40B4-BE49-F238E27FC236}">
                <a16:creationId xmlns:a16="http://schemas.microsoft.com/office/drawing/2014/main" id="{BB25D33C-0040-4547-9DA3-F444D3064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211955"/>
            <a:ext cx="1648087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47">
            <a:extLst xmlns:a="http://schemas.openxmlformats.org/drawingml/2006/main">
              <a:ext uri="{FF2B5EF4-FFF2-40B4-BE49-F238E27FC236}">
                <a16:creationId xmlns:a16="http://schemas.microsoft.com/office/drawing/2014/main" id="{14DBAD70-A407-48CC-BC72-7CDA71BC4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0386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10.33%</a:t>
            </a:r>
          </a:p>
        </p:txBody>
      </p:sp>
      <p:sp>
        <p:nvSpPr>
          <p:cNvPr id="21" name="text-248">
            <a:extLst xmlns:a="http://schemas.openxmlformats.org/drawingml/2006/main">
              <a:ext uri="{FF2B5EF4-FFF2-40B4-BE49-F238E27FC236}">
                <a16:creationId xmlns:a16="http://schemas.microsoft.com/office/drawing/2014/main" id="{B5AACF17-A7B5-4C91-B253-2F25F9359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33900"/>
            <a:ext cx="19907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湖北省</a:t>
            </a:r>
          </a:p>
        </p:txBody>
      </p:sp>
      <p:sp>
        <p:nvSpPr>
          <p:cNvPr id="22" name="rect-249">
            <a:extLst xmlns:a="http://schemas.openxmlformats.org/drawingml/2006/main">
              <a:ext uri="{FF2B5EF4-FFF2-40B4-BE49-F238E27FC236}">
                <a16:creationId xmlns:a16="http://schemas.microsoft.com/office/drawing/2014/main" id="{55EB34A9-09F6-4B22-A26E-75CB139D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707255"/>
            <a:ext cx="3190875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9F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rect-250">
            <a:extLst xmlns:a="http://schemas.openxmlformats.org/drawingml/2006/main">
              <a:ext uri="{FF2B5EF4-FFF2-40B4-BE49-F238E27FC236}">
                <a16:creationId xmlns:a16="http://schemas.microsoft.com/office/drawing/2014/main" id="{CDB03D2B-02B6-4073-883F-AE840A0EC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707255"/>
            <a:ext cx="1408771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251">
            <a:extLst xmlns:a="http://schemas.openxmlformats.org/drawingml/2006/main">
              <a:ext uri="{FF2B5EF4-FFF2-40B4-BE49-F238E27FC236}">
                <a16:creationId xmlns:a16="http://schemas.microsoft.com/office/drawing/2014/main" id="{1EC548F5-E870-42CD-81F1-005319E4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339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8.83%</a:t>
            </a:r>
          </a:p>
        </p:txBody>
      </p:sp>
      <p:sp>
        <p:nvSpPr>
          <p:cNvPr id="25" name="text-252">
            <a:extLst xmlns:a="http://schemas.openxmlformats.org/drawingml/2006/main">
              <a:ext uri="{FF2B5EF4-FFF2-40B4-BE49-F238E27FC236}">
                <a16:creationId xmlns:a16="http://schemas.microsoft.com/office/drawing/2014/main" id="{DEF22BDF-7FC0-4D93-A6A4-81610096A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29200"/>
            <a:ext cx="19907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天津市</a:t>
            </a:r>
          </a:p>
        </p:txBody>
      </p:sp>
      <p:sp>
        <p:nvSpPr>
          <p:cNvPr id="26" name="rect-253">
            <a:extLst xmlns:a="http://schemas.openxmlformats.org/drawingml/2006/main">
              <a:ext uri="{FF2B5EF4-FFF2-40B4-BE49-F238E27FC236}">
                <a16:creationId xmlns:a16="http://schemas.microsoft.com/office/drawing/2014/main" id="{4A08DB0D-C502-47C3-9D3F-BE7607C0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202555"/>
            <a:ext cx="3190875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9F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rect-254">
            <a:extLst xmlns:a="http://schemas.openxmlformats.org/drawingml/2006/main">
              <a:ext uri="{FF2B5EF4-FFF2-40B4-BE49-F238E27FC236}">
                <a16:creationId xmlns:a16="http://schemas.microsoft.com/office/drawing/2014/main" id="{E4852D54-31DB-4662-8AD7-165D5B4E5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202555"/>
            <a:ext cx="1370481" cy="152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255">
            <a:extLst xmlns:a="http://schemas.openxmlformats.org/drawingml/2006/main">
              <a:ext uri="{FF2B5EF4-FFF2-40B4-BE49-F238E27FC236}">
                <a16:creationId xmlns:a16="http://schemas.microsoft.com/office/drawing/2014/main" id="{66734732-EAF7-43FA-AB7D-C02824BF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0292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8.59%</a:t>
            </a:r>
          </a:p>
        </p:txBody>
      </p:sp>
      <p:sp>
        <p:nvSpPr>
          <p:cNvPr id="29" name="text-256">
            <a:extLst xmlns:a="http://schemas.openxmlformats.org/drawingml/2006/main">
              <a:ext uri="{FF2B5EF4-FFF2-40B4-BE49-F238E27FC236}">
                <a16:creationId xmlns:a16="http://schemas.microsoft.com/office/drawing/2014/main" id="{E3C30D76-67BA-4D91-8D34-73A98D96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横轴上限 20% · 完整 31 组统计可导出</a:t>
            </a:r>
          </a:p>
        </p:txBody>
      </p:sp>
      <p:sp>
        <p:nvSpPr>
          <p:cNvPr id="30" name="path-257">
            <a:extLst xmlns:a="http://schemas.openxmlformats.org/drawingml/2006/main">
              <a:ext uri="{FF2B5EF4-FFF2-40B4-BE49-F238E27FC236}">
                <a16:creationId xmlns:a16="http://schemas.microsoft.com/office/drawing/2014/main" id="{B0CB647A-6660-4B22-ABC4-8265893B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305050"/>
            <a:ext cx="404843" cy="1152525"/>
          </a:xfrm>
          <a:custGeom xmlns:a="http://schemas.openxmlformats.org/drawingml/2006/main">
            <a:pathLst>
              <a:path w="404843" h="1152525">
                <a:moveTo>
                  <a:pt x="0" y="1152525"/>
                </a:moveTo>
                <a:lnTo>
                  <a:pt x="0" y="0"/>
                </a:lnTo>
                <a:lnTo>
                  <a:pt x="34467" y="515"/>
                </a:lnTo>
                <a:lnTo>
                  <a:pt x="68903" y="2062"/>
                </a:lnTo>
                <a:lnTo>
                  <a:pt x="103278" y="4637"/>
                </a:lnTo>
                <a:lnTo>
                  <a:pt x="137560" y="8239"/>
                </a:lnTo>
                <a:lnTo>
                  <a:pt x="171720" y="12864"/>
                </a:lnTo>
                <a:lnTo>
                  <a:pt x="205725" y="18510"/>
                </a:lnTo>
                <a:lnTo>
                  <a:pt x="239547" y="25169"/>
                </a:lnTo>
                <a:lnTo>
                  <a:pt x="273154" y="32837"/>
                </a:lnTo>
                <a:lnTo>
                  <a:pt x="306517" y="41507"/>
                </a:lnTo>
                <a:lnTo>
                  <a:pt x="339606" y="51170"/>
                </a:lnTo>
                <a:lnTo>
                  <a:pt x="372391" y="61819"/>
                </a:lnTo>
                <a:lnTo>
                  <a:pt x="404843" y="73444"/>
                </a:lnTo>
                <a:close/>
              </a:path>
            </a:pathLst>
          </a:custGeom>
          <a:solidFill xmlns:a="http://schemas.openxmlformats.org/drawingml/2006/main">
            <a:srgbClr val="B66C48"/>
          </a:solidFill>
          <a:ln xmlns:a="http://schemas.openxmlformats.org/drawingml/2006/main" w="0">
            <a:solidFill>
              <a:srgbClr val="B66C48"/>
            </a:solidFill>
            <a:prstDash val="solid"/>
          </a:ln>
        </p:spPr>
      </p:sp>
      <p:sp>
        <p:nvSpPr>
          <p:cNvPr id="31" name="path-258">
            <a:extLst xmlns:a="http://schemas.openxmlformats.org/drawingml/2006/main">
              <a:ext uri="{FF2B5EF4-FFF2-40B4-BE49-F238E27FC236}">
                <a16:creationId xmlns:a16="http://schemas.microsoft.com/office/drawing/2014/main" id="{197C0C34-97C0-41D2-BC31-F3F8AA2B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730" y="2305050"/>
            <a:ext cx="2304960" cy="2305017"/>
          </a:xfrm>
          <a:custGeom xmlns:a="http://schemas.openxmlformats.org/drawingml/2006/main">
            <a:pathLst>
              <a:path w="2304960" h="2305017">
                <a:moveTo>
                  <a:pt x="1152445" y="1152525"/>
                </a:moveTo>
                <a:lnTo>
                  <a:pt x="1557288" y="73444"/>
                </a:lnTo>
                <a:lnTo>
                  <a:pt x="1590732" y="86589"/>
                </a:lnTo>
                <a:lnTo>
                  <a:pt x="1623749" y="100771"/>
                </a:lnTo>
                <a:lnTo>
                  <a:pt x="1656309" y="115975"/>
                </a:lnTo>
                <a:lnTo>
                  <a:pt x="1688379" y="132187"/>
                </a:lnTo>
                <a:lnTo>
                  <a:pt x="1719928" y="149391"/>
                </a:lnTo>
                <a:lnTo>
                  <a:pt x="1750925" y="167570"/>
                </a:lnTo>
                <a:lnTo>
                  <a:pt x="1781340" y="186707"/>
                </a:lnTo>
                <a:lnTo>
                  <a:pt x="1811144" y="206782"/>
                </a:lnTo>
                <a:lnTo>
                  <a:pt x="1840308" y="227777"/>
                </a:lnTo>
                <a:lnTo>
                  <a:pt x="1868803" y="249671"/>
                </a:lnTo>
                <a:lnTo>
                  <a:pt x="1896601" y="272442"/>
                </a:lnTo>
                <a:lnTo>
                  <a:pt x="1923676" y="296069"/>
                </a:lnTo>
                <a:lnTo>
                  <a:pt x="1950002" y="320529"/>
                </a:lnTo>
                <a:lnTo>
                  <a:pt x="1975552" y="345797"/>
                </a:lnTo>
                <a:lnTo>
                  <a:pt x="2000301" y="371850"/>
                </a:lnTo>
                <a:lnTo>
                  <a:pt x="2024227" y="398662"/>
                </a:lnTo>
                <a:lnTo>
                  <a:pt x="2047305" y="426206"/>
                </a:lnTo>
                <a:lnTo>
                  <a:pt x="2069514" y="454457"/>
                </a:lnTo>
                <a:lnTo>
                  <a:pt x="2090830" y="483386"/>
                </a:lnTo>
                <a:lnTo>
                  <a:pt x="2111235" y="512966"/>
                </a:lnTo>
                <a:lnTo>
                  <a:pt x="2130707" y="543167"/>
                </a:lnTo>
                <a:lnTo>
                  <a:pt x="2149229" y="573961"/>
                </a:lnTo>
                <a:lnTo>
                  <a:pt x="2166781" y="605317"/>
                </a:lnTo>
                <a:lnTo>
                  <a:pt x="2183347" y="637205"/>
                </a:lnTo>
                <a:lnTo>
                  <a:pt x="2198911" y="669594"/>
                </a:lnTo>
                <a:lnTo>
                  <a:pt x="2213458" y="702453"/>
                </a:lnTo>
                <a:lnTo>
                  <a:pt x="2226974" y="735749"/>
                </a:lnTo>
                <a:lnTo>
                  <a:pt x="2239444" y="769450"/>
                </a:lnTo>
                <a:lnTo>
                  <a:pt x="2250859" y="803524"/>
                </a:lnTo>
                <a:lnTo>
                  <a:pt x="2261205" y="837937"/>
                </a:lnTo>
                <a:lnTo>
                  <a:pt x="2270473" y="872656"/>
                </a:lnTo>
                <a:lnTo>
                  <a:pt x="2278655" y="907647"/>
                </a:lnTo>
                <a:lnTo>
                  <a:pt x="2285742" y="942876"/>
                </a:lnTo>
                <a:lnTo>
                  <a:pt x="2291727" y="978308"/>
                </a:lnTo>
                <a:lnTo>
                  <a:pt x="2296604" y="1013911"/>
                </a:lnTo>
                <a:lnTo>
                  <a:pt x="2300369" y="1049647"/>
                </a:lnTo>
                <a:lnTo>
                  <a:pt x="2303019" y="1085484"/>
                </a:lnTo>
                <a:lnTo>
                  <a:pt x="2304549" y="1121386"/>
                </a:lnTo>
                <a:lnTo>
                  <a:pt x="2304960" y="1157319"/>
                </a:lnTo>
                <a:lnTo>
                  <a:pt x="2304250" y="1193246"/>
                </a:lnTo>
                <a:lnTo>
                  <a:pt x="2302421" y="1229134"/>
                </a:lnTo>
                <a:lnTo>
                  <a:pt x="2299474" y="1264948"/>
                </a:lnTo>
                <a:lnTo>
                  <a:pt x="2295411" y="1300652"/>
                </a:lnTo>
                <a:lnTo>
                  <a:pt x="2290238" y="1336212"/>
                </a:lnTo>
                <a:lnTo>
                  <a:pt x="2283958" y="1371594"/>
                </a:lnTo>
                <a:lnTo>
                  <a:pt x="2276579" y="1406763"/>
                </a:lnTo>
                <a:lnTo>
                  <a:pt x="2268107" y="1441685"/>
                </a:lnTo>
                <a:lnTo>
                  <a:pt x="2258550" y="1476325"/>
                </a:lnTo>
                <a:lnTo>
                  <a:pt x="2247917" y="1510651"/>
                </a:lnTo>
                <a:lnTo>
                  <a:pt x="2236220" y="1544628"/>
                </a:lnTo>
                <a:lnTo>
                  <a:pt x="2223470" y="1578225"/>
                </a:lnTo>
                <a:lnTo>
                  <a:pt x="2209678" y="1611407"/>
                </a:lnTo>
                <a:lnTo>
                  <a:pt x="2194858" y="1644144"/>
                </a:lnTo>
                <a:lnTo>
                  <a:pt x="2179025" y="1676402"/>
                </a:lnTo>
                <a:lnTo>
                  <a:pt x="2162194" y="1708152"/>
                </a:lnTo>
                <a:lnTo>
                  <a:pt x="2144381" y="1739361"/>
                </a:lnTo>
                <a:lnTo>
                  <a:pt x="2125604" y="1769999"/>
                </a:lnTo>
                <a:lnTo>
                  <a:pt x="2105881" y="1800038"/>
                </a:lnTo>
                <a:lnTo>
                  <a:pt x="2085232" y="1829447"/>
                </a:lnTo>
                <a:lnTo>
                  <a:pt x="2063675" y="1858198"/>
                </a:lnTo>
                <a:lnTo>
                  <a:pt x="2041233" y="1886262"/>
                </a:lnTo>
                <a:lnTo>
                  <a:pt x="2017926" y="1913614"/>
                </a:lnTo>
                <a:lnTo>
                  <a:pt x="1993778" y="1940226"/>
                </a:lnTo>
                <a:lnTo>
                  <a:pt x="1968813" y="1966072"/>
                </a:lnTo>
                <a:lnTo>
                  <a:pt x="1943053" y="1991127"/>
                </a:lnTo>
                <a:lnTo>
                  <a:pt x="1916525" y="2015366"/>
                </a:lnTo>
                <a:lnTo>
                  <a:pt x="1889255" y="2038767"/>
                </a:lnTo>
                <a:lnTo>
                  <a:pt x="1861268" y="2061307"/>
                </a:lnTo>
                <a:lnTo>
                  <a:pt x="1832591" y="2082963"/>
                </a:lnTo>
                <a:lnTo>
                  <a:pt x="1803254" y="2103714"/>
                </a:lnTo>
                <a:lnTo>
                  <a:pt x="1773284" y="2123541"/>
                </a:lnTo>
                <a:lnTo>
                  <a:pt x="1742711" y="2142424"/>
                </a:lnTo>
                <a:lnTo>
                  <a:pt x="1711564" y="2160345"/>
                </a:lnTo>
                <a:lnTo>
                  <a:pt x="1679873" y="2177285"/>
                </a:lnTo>
                <a:lnTo>
                  <a:pt x="1647669" y="2193230"/>
                </a:lnTo>
                <a:lnTo>
                  <a:pt x="1614984" y="2208163"/>
                </a:lnTo>
                <a:lnTo>
                  <a:pt x="1581850" y="2222070"/>
                </a:lnTo>
                <a:lnTo>
                  <a:pt x="1548297" y="2234937"/>
                </a:lnTo>
                <a:lnTo>
                  <a:pt x="1514361" y="2246751"/>
                </a:lnTo>
                <a:lnTo>
                  <a:pt x="1480072" y="2257502"/>
                </a:lnTo>
                <a:lnTo>
                  <a:pt x="1445465" y="2267179"/>
                </a:lnTo>
                <a:lnTo>
                  <a:pt x="1410573" y="2275772"/>
                </a:lnTo>
                <a:lnTo>
                  <a:pt x="1375430" y="2283273"/>
                </a:lnTo>
                <a:lnTo>
                  <a:pt x="1340070" y="2289675"/>
                </a:lnTo>
                <a:lnTo>
                  <a:pt x="1304528" y="2294972"/>
                </a:lnTo>
                <a:lnTo>
                  <a:pt x="1268838" y="2299158"/>
                </a:lnTo>
                <a:lnTo>
                  <a:pt x="1233034" y="2302229"/>
                </a:lnTo>
                <a:lnTo>
                  <a:pt x="1197153" y="2304183"/>
                </a:lnTo>
                <a:lnTo>
                  <a:pt x="1161228" y="2305017"/>
                </a:lnTo>
                <a:lnTo>
                  <a:pt x="1125294" y="2304730"/>
                </a:lnTo>
                <a:lnTo>
                  <a:pt x="1089387" y="2303324"/>
                </a:lnTo>
                <a:lnTo>
                  <a:pt x="1053541" y="2300798"/>
                </a:lnTo>
                <a:lnTo>
                  <a:pt x="1017792" y="2297157"/>
                </a:lnTo>
                <a:lnTo>
                  <a:pt x="982173" y="2292403"/>
                </a:lnTo>
                <a:lnTo>
                  <a:pt x="946720" y="2286540"/>
                </a:lnTo>
                <a:lnTo>
                  <a:pt x="911467" y="2279576"/>
                </a:lnTo>
                <a:lnTo>
                  <a:pt x="876448" y="2271515"/>
                </a:lnTo>
                <a:lnTo>
                  <a:pt x="841697" y="2262367"/>
                </a:lnTo>
                <a:lnTo>
                  <a:pt x="807248" y="2252140"/>
                </a:lnTo>
                <a:lnTo>
                  <a:pt x="773135" y="2240844"/>
                </a:lnTo>
                <a:lnTo>
                  <a:pt x="739391" y="2228490"/>
                </a:lnTo>
                <a:lnTo>
                  <a:pt x="706048" y="2215090"/>
                </a:lnTo>
                <a:lnTo>
                  <a:pt x="673139" y="2200657"/>
                </a:lnTo>
                <a:lnTo>
                  <a:pt x="640697" y="2185205"/>
                </a:lnTo>
                <a:lnTo>
                  <a:pt x="608751" y="2168749"/>
                </a:lnTo>
                <a:lnTo>
                  <a:pt x="577335" y="2151305"/>
                </a:lnTo>
                <a:lnTo>
                  <a:pt x="546477" y="2132890"/>
                </a:lnTo>
                <a:lnTo>
                  <a:pt x="516208" y="2113523"/>
                </a:lnTo>
                <a:lnTo>
                  <a:pt x="486558" y="2093221"/>
                </a:lnTo>
                <a:lnTo>
                  <a:pt x="457555" y="2072004"/>
                </a:lnTo>
                <a:lnTo>
                  <a:pt x="429228" y="2049894"/>
                </a:lnTo>
                <a:lnTo>
                  <a:pt x="401604" y="2026911"/>
                </a:lnTo>
                <a:lnTo>
                  <a:pt x="374710" y="2003079"/>
                </a:lnTo>
                <a:lnTo>
                  <a:pt x="348571" y="1978419"/>
                </a:lnTo>
                <a:lnTo>
                  <a:pt x="323215" y="1952957"/>
                </a:lnTo>
                <a:lnTo>
                  <a:pt x="298664" y="1926716"/>
                </a:lnTo>
                <a:lnTo>
                  <a:pt x="274943" y="1899723"/>
                </a:lnTo>
                <a:lnTo>
                  <a:pt x="252076" y="1872003"/>
                </a:lnTo>
                <a:lnTo>
                  <a:pt x="230084" y="1843584"/>
                </a:lnTo>
                <a:lnTo>
                  <a:pt x="208988" y="1814494"/>
                </a:lnTo>
                <a:lnTo>
                  <a:pt x="188809" y="1784759"/>
                </a:lnTo>
                <a:lnTo>
                  <a:pt x="169568" y="1754410"/>
                </a:lnTo>
                <a:lnTo>
                  <a:pt x="151282" y="1723476"/>
                </a:lnTo>
                <a:lnTo>
                  <a:pt x="133969" y="1691987"/>
                </a:lnTo>
                <a:lnTo>
                  <a:pt x="117646" y="1659974"/>
                </a:lnTo>
                <a:lnTo>
                  <a:pt x="102329" y="1627467"/>
                </a:lnTo>
                <a:lnTo>
                  <a:pt x="88033" y="1594498"/>
                </a:lnTo>
                <a:lnTo>
                  <a:pt x="74772" y="1561100"/>
                </a:lnTo>
                <a:lnTo>
                  <a:pt x="62558" y="1527305"/>
                </a:lnTo>
                <a:lnTo>
                  <a:pt x="51404" y="1493145"/>
                </a:lnTo>
                <a:lnTo>
                  <a:pt x="41320" y="1458654"/>
                </a:lnTo>
                <a:lnTo>
                  <a:pt x="32316" y="1423866"/>
                </a:lnTo>
                <a:lnTo>
                  <a:pt x="24402" y="1388814"/>
                </a:lnTo>
                <a:lnTo>
                  <a:pt x="17584" y="1353532"/>
                </a:lnTo>
                <a:lnTo>
                  <a:pt x="11869" y="1318055"/>
                </a:lnTo>
                <a:lnTo>
                  <a:pt x="7263" y="1282416"/>
                </a:lnTo>
                <a:lnTo>
                  <a:pt x="3770" y="1246652"/>
                </a:lnTo>
                <a:lnTo>
                  <a:pt x="1394" y="1210796"/>
                </a:lnTo>
                <a:lnTo>
                  <a:pt x="137" y="1174883"/>
                </a:lnTo>
                <a:lnTo>
                  <a:pt x="0" y="1138949"/>
                </a:lnTo>
                <a:lnTo>
                  <a:pt x="983" y="1103028"/>
                </a:lnTo>
                <a:lnTo>
                  <a:pt x="3086" y="1067154"/>
                </a:lnTo>
                <a:lnTo>
                  <a:pt x="6306" y="1031364"/>
                </a:lnTo>
                <a:lnTo>
                  <a:pt x="10641" y="995692"/>
                </a:lnTo>
                <a:lnTo>
                  <a:pt x="16085" y="960172"/>
                </a:lnTo>
                <a:lnTo>
                  <a:pt x="22634" y="924839"/>
                </a:lnTo>
                <a:lnTo>
                  <a:pt x="30281" y="889728"/>
                </a:lnTo>
                <a:lnTo>
                  <a:pt x="39019" y="854872"/>
                </a:lnTo>
                <a:lnTo>
                  <a:pt x="48840" y="820305"/>
                </a:lnTo>
                <a:lnTo>
                  <a:pt x="59734" y="786061"/>
                </a:lnTo>
                <a:lnTo>
                  <a:pt x="71689" y="752174"/>
                </a:lnTo>
                <a:lnTo>
                  <a:pt x="84696" y="718676"/>
                </a:lnTo>
                <a:lnTo>
                  <a:pt x="98740" y="685599"/>
                </a:lnTo>
                <a:lnTo>
                  <a:pt x="113809" y="652977"/>
                </a:lnTo>
                <a:lnTo>
                  <a:pt x="129887" y="620840"/>
                </a:lnTo>
                <a:lnTo>
                  <a:pt x="146960" y="589220"/>
                </a:lnTo>
                <a:lnTo>
                  <a:pt x="165010" y="558147"/>
                </a:lnTo>
                <a:lnTo>
                  <a:pt x="184019" y="527652"/>
                </a:lnTo>
                <a:lnTo>
                  <a:pt x="203971" y="497765"/>
                </a:lnTo>
                <a:lnTo>
                  <a:pt x="224844" y="468515"/>
                </a:lnTo>
                <a:lnTo>
                  <a:pt x="246619" y="439929"/>
                </a:lnTo>
                <a:lnTo>
                  <a:pt x="269275" y="412036"/>
                </a:lnTo>
                <a:lnTo>
                  <a:pt x="292789" y="384863"/>
                </a:lnTo>
                <a:lnTo>
                  <a:pt x="317139" y="358436"/>
                </a:lnTo>
                <a:lnTo>
                  <a:pt x="342301" y="332781"/>
                </a:lnTo>
                <a:lnTo>
                  <a:pt x="368250" y="307923"/>
                </a:lnTo>
                <a:lnTo>
                  <a:pt x="394962" y="283886"/>
                </a:lnTo>
                <a:lnTo>
                  <a:pt x="422411" y="260693"/>
                </a:lnTo>
                <a:lnTo>
                  <a:pt x="450569" y="238368"/>
                </a:lnTo>
                <a:lnTo>
                  <a:pt x="479409" y="216931"/>
                </a:lnTo>
                <a:lnTo>
                  <a:pt x="508903" y="196404"/>
                </a:lnTo>
                <a:lnTo>
                  <a:pt x="539024" y="176806"/>
                </a:lnTo>
                <a:lnTo>
                  <a:pt x="569740" y="158157"/>
                </a:lnTo>
                <a:lnTo>
                  <a:pt x="601023" y="140474"/>
                </a:lnTo>
                <a:lnTo>
                  <a:pt x="632842" y="123775"/>
                </a:lnTo>
                <a:lnTo>
                  <a:pt x="665166" y="108076"/>
                </a:lnTo>
                <a:lnTo>
                  <a:pt x="697964" y="93393"/>
                </a:lnTo>
                <a:lnTo>
                  <a:pt x="731204" y="79739"/>
                </a:lnTo>
                <a:lnTo>
                  <a:pt x="764853" y="67128"/>
                </a:lnTo>
                <a:lnTo>
                  <a:pt x="798879" y="55573"/>
                </a:lnTo>
                <a:lnTo>
                  <a:pt x="833248" y="45083"/>
                </a:lnTo>
                <a:lnTo>
                  <a:pt x="867928" y="35670"/>
                </a:lnTo>
                <a:lnTo>
                  <a:pt x="902885" y="27343"/>
                </a:lnTo>
                <a:lnTo>
                  <a:pt x="938084" y="20110"/>
                </a:lnTo>
                <a:lnTo>
                  <a:pt x="973491" y="13978"/>
                </a:lnTo>
                <a:lnTo>
                  <a:pt x="1009073" y="8952"/>
                </a:lnTo>
                <a:lnTo>
                  <a:pt x="1044794" y="5039"/>
                </a:lnTo>
                <a:lnTo>
                  <a:pt x="1080619" y="2240"/>
                </a:lnTo>
                <a:lnTo>
                  <a:pt x="1116515" y="560"/>
                </a:lnTo>
                <a:lnTo>
                  <a:pt x="1152445" y="0"/>
                </a:lnTo>
                <a:close/>
              </a:path>
            </a:pathLst>
          </a:custGeom>
          <a:solidFill xmlns:a="http://schemas.openxmlformats.org/drawingml/2006/main">
            <a:srgbClr val="E9F2EB"/>
          </a:solidFill>
          <a:ln xmlns:a="http://schemas.openxmlformats.org/drawingml/2006/main" w="0">
            <a:solidFill>
              <a:srgbClr val="E9F2EB"/>
            </a:solidFill>
            <a:prstDash val="solid"/>
          </a:ln>
        </p:spPr>
      </p:sp>
      <p:sp>
        <p:nvSpPr>
          <p:cNvPr id="32" name="ellipse-259">
            <a:extLst xmlns:a="http://schemas.openxmlformats.org/drawingml/2006/main">
              <a:ext uri="{FF2B5EF4-FFF2-40B4-BE49-F238E27FC236}">
                <a16:creationId xmlns:a16="http://schemas.microsoft.com/office/drawing/2014/main" id="{80B81315-6235-4B5F-920B-44DB0B01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5933" y="2662333"/>
            <a:ext cx="1590485" cy="159048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text-260">
            <a:extLst xmlns:a="http://schemas.openxmlformats.org/drawingml/2006/main">
              <a:ext uri="{FF2B5EF4-FFF2-40B4-BE49-F238E27FC236}">
                <a16:creationId xmlns:a16="http://schemas.microsoft.com/office/drawing/2014/main" id="{779C25EF-BB52-4458-97E7-BDAECB75D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133725"/>
            <a:ext cx="17716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330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330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330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330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330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330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330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330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330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330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330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B66C48"/>
                </a:solidFill>
                <a:latin typeface="PingFang SC"/>
                <a:ea typeface="PingFang SC"/>
                <a:cs typeface="PingFang SC"/>
              </a:rPr>
              <a:t>5.71%</a:t>
            </a:r>
          </a:p>
        </p:txBody>
      </p:sp>
      <p:sp>
        <p:nvSpPr>
          <p:cNvPr id="34" name="text-261">
            <a:extLst xmlns:a="http://schemas.openxmlformats.org/drawingml/2006/main">
              <a:ext uri="{FF2B5EF4-FFF2-40B4-BE49-F238E27FC236}">
                <a16:creationId xmlns:a16="http://schemas.microsoft.com/office/drawing/2014/main" id="{CAC98849-E51C-4DE6-B17F-4BB59D56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686175"/>
            <a:ext cx="24003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全部有效城市日超标率</a:t>
            </a:r>
          </a:p>
        </p:txBody>
      </p:sp>
      <p:sp>
        <p:nvSpPr>
          <p:cNvPr id="35" name="text-262">
            <a:extLst xmlns:a="http://schemas.openxmlformats.org/drawingml/2006/main">
              <a:ext uri="{FF2B5EF4-FFF2-40B4-BE49-F238E27FC236}">
                <a16:creationId xmlns:a16="http://schemas.microsoft.com/office/drawing/2014/main" id="{D0FC33C3-8671-4C4D-A602-4D6D1ACC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914900"/>
            <a:ext cx="33432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3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23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23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23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23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23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23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23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23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23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23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7,044 / 123,310</a:t>
            </a:r>
          </a:p>
        </p:txBody>
      </p:sp>
      <p:sp>
        <p:nvSpPr>
          <p:cNvPr id="36" name="text-263">
            <a:extLst xmlns:a="http://schemas.openxmlformats.org/drawingml/2006/main">
              <a:ext uri="{FF2B5EF4-FFF2-40B4-BE49-F238E27FC236}">
                <a16:creationId xmlns:a16="http://schemas.microsoft.com/office/drawing/2014/main" id="{2BC5AD24-7F2D-4E65-8F72-4FF3856F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362575"/>
            <a:ext cx="3714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超标城市日 / 有效城市日</a:t>
            </a:r>
          </a:p>
        </p:txBody>
      </p:sp>
      <p:sp>
        <p:nvSpPr>
          <p:cNvPr id="37" name="text-264">
            <a:extLst xmlns:a="http://schemas.openxmlformats.org/drawingml/2006/main">
              <a:ext uri="{FF2B5EF4-FFF2-40B4-BE49-F238E27FC236}">
                <a16:creationId xmlns:a16="http://schemas.microsoft.com/office/drawing/2014/main" id="{CEBD0F8E-305E-4A20-96D2-0D09F7B4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72225"/>
            <a:ext cx="1091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把区域差异转化为持续监测的关注点；省份比例的分母是城市日，不是单一城市的日历天数。</a:t>
            </a:r>
          </a:p>
        </p:txBody>
      </p:sp>
    </p:spTree>
    <p:extLst>
      <p:ext uri="{BB962C8B-B14F-4D97-AF65-F5344CB8AC3E}">
        <p14:creationId xmlns:p14="http://schemas.microsoft.com/office/powerpoint/2010/main" val="52981917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8" name="text-265">
            <a:extLst xmlns:a="http://schemas.openxmlformats.org/drawingml/2006/main">
              <a:ext uri="{FF2B5EF4-FFF2-40B4-BE49-F238E27FC236}">
                <a16:creationId xmlns:a16="http://schemas.microsoft.com/office/drawing/2014/main" id="{DCAE6893-1838-4E5D-BE48-05B8EEAC7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案例三：北京夏季臭氧的 33 个超标日</a:t>
            </a:r>
          </a:p>
        </p:txBody>
      </p:sp>
      <p:sp>
        <p:nvSpPr>
          <p:cNvPr id="2" name="rect-266">
            <a:extLst xmlns:a="http://schemas.openxmlformats.org/drawingml/2006/main">
              <a:ext uri="{FF2B5EF4-FFF2-40B4-BE49-F238E27FC236}">
                <a16:creationId xmlns:a16="http://schemas.microsoft.com/office/drawing/2014/main" id="{1B3979FC-8D50-4790-9B10-E6E229CDE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9675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267">
            <a:extLst xmlns:a="http://schemas.openxmlformats.org/drawingml/2006/main">
              <a:ext uri="{FF2B5EF4-FFF2-40B4-BE49-F238E27FC236}">
                <a16:creationId xmlns:a16="http://schemas.microsoft.com/office/drawing/2014/main" id="{4E0669DE-5898-4FEC-A672-77E901AC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1093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时间范围：2024 年 6—8 月；指标：O₃ 日最大 8 小时平均浓度。</a:t>
            </a:r>
          </a:p>
        </p:txBody>
      </p:sp>
      <p:sp>
        <p:nvSpPr>
          <p:cNvPr id="4" name="text-268">
            <a:extLst xmlns:a="http://schemas.openxmlformats.org/drawingml/2006/main">
              <a:ext uri="{FF2B5EF4-FFF2-40B4-BE49-F238E27FC236}">
                <a16:creationId xmlns:a16="http://schemas.microsoft.com/office/drawing/2014/main" id="{9AE92E05-16DD-4594-BD2C-0FE802FC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6 月</a:t>
            </a:r>
          </a:p>
        </p:txBody>
      </p:sp>
      <p:sp>
        <p:nvSpPr>
          <p:cNvPr id="5" name="text-269">
            <a:extLst xmlns:a="http://schemas.openxmlformats.org/drawingml/2006/main">
              <a:ext uri="{FF2B5EF4-FFF2-40B4-BE49-F238E27FC236}">
                <a16:creationId xmlns:a16="http://schemas.microsoft.com/office/drawing/2014/main" id="{8413032F-FCC1-4F60-BA22-88FACEF3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14600"/>
            <a:ext cx="2114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rPr>
              <a:t>21 天超标</a:t>
            </a:r>
          </a:p>
        </p:txBody>
      </p:sp>
      <p:sp>
        <p:nvSpPr>
          <p:cNvPr id="6" name="text-270">
            <a:extLst xmlns:a="http://schemas.openxmlformats.org/drawingml/2006/main">
              <a:ext uri="{FF2B5EF4-FFF2-40B4-BE49-F238E27FC236}">
                <a16:creationId xmlns:a16="http://schemas.microsoft.com/office/drawing/2014/main" id="{52DC6364-EADA-4CCD-B23C-131C31EE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一</a:t>
            </a:r>
          </a:p>
        </p:txBody>
      </p:sp>
      <p:sp>
        <p:nvSpPr>
          <p:cNvPr id="7" name="text-271">
            <a:extLst xmlns:a="http://schemas.openxmlformats.org/drawingml/2006/main">
              <a:ext uri="{FF2B5EF4-FFF2-40B4-BE49-F238E27FC236}">
                <a16:creationId xmlns:a16="http://schemas.microsoft.com/office/drawing/2014/main" id="{FCDB35ED-52AC-40A6-905F-24D5D732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二</a:t>
            </a:r>
          </a:p>
        </p:txBody>
      </p:sp>
      <p:sp>
        <p:nvSpPr>
          <p:cNvPr id="8" name="text-272">
            <a:extLst xmlns:a="http://schemas.openxmlformats.org/drawingml/2006/main">
              <a:ext uri="{FF2B5EF4-FFF2-40B4-BE49-F238E27FC236}">
                <a16:creationId xmlns:a16="http://schemas.microsoft.com/office/drawing/2014/main" id="{CD5C34B5-F36E-43E9-9BEE-2613E9A9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三</a:t>
            </a:r>
          </a:p>
        </p:txBody>
      </p:sp>
      <p:sp>
        <p:nvSpPr>
          <p:cNvPr id="9" name="text-273">
            <a:extLst xmlns:a="http://schemas.openxmlformats.org/drawingml/2006/main">
              <a:ext uri="{FF2B5EF4-FFF2-40B4-BE49-F238E27FC236}">
                <a16:creationId xmlns:a16="http://schemas.microsoft.com/office/drawing/2014/main" id="{AE490AF7-7316-48E6-9D02-E1700572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四</a:t>
            </a:r>
          </a:p>
        </p:txBody>
      </p:sp>
      <p:sp>
        <p:nvSpPr>
          <p:cNvPr id="10" name="text-274">
            <a:extLst xmlns:a="http://schemas.openxmlformats.org/drawingml/2006/main">
              <a:ext uri="{FF2B5EF4-FFF2-40B4-BE49-F238E27FC236}">
                <a16:creationId xmlns:a16="http://schemas.microsoft.com/office/drawing/2014/main" id="{E4D887E5-6078-4755-B69F-9EAF0FCDB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五</a:t>
            </a:r>
          </a:p>
        </p:txBody>
      </p:sp>
      <p:sp>
        <p:nvSpPr>
          <p:cNvPr id="11" name="text-275">
            <a:extLst xmlns:a="http://schemas.openxmlformats.org/drawingml/2006/main">
              <a:ext uri="{FF2B5EF4-FFF2-40B4-BE49-F238E27FC236}">
                <a16:creationId xmlns:a16="http://schemas.microsoft.com/office/drawing/2014/main" id="{3F31505B-C35B-4B43-8997-0E96C33D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六</a:t>
            </a:r>
          </a:p>
        </p:txBody>
      </p:sp>
      <p:sp>
        <p:nvSpPr>
          <p:cNvPr id="12" name="text-276">
            <a:extLst xmlns:a="http://schemas.openxmlformats.org/drawingml/2006/main">
              <a:ext uri="{FF2B5EF4-FFF2-40B4-BE49-F238E27FC236}">
                <a16:creationId xmlns:a16="http://schemas.microsoft.com/office/drawing/2014/main" id="{DE43007A-34A4-4EEE-9C17-DF9257AC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日</a:t>
            </a:r>
          </a:p>
        </p:txBody>
      </p:sp>
      <p:sp>
        <p:nvSpPr>
          <p:cNvPr id="13" name="rect-277">
            <a:extLst xmlns:a="http://schemas.openxmlformats.org/drawingml/2006/main">
              <a:ext uri="{FF2B5EF4-FFF2-40B4-BE49-F238E27FC236}">
                <a16:creationId xmlns:a16="http://schemas.microsoft.com/office/drawing/2014/main" id="{07524AC6-79C7-4FD6-A812-19F1D42E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32575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278">
            <a:extLst xmlns:a="http://schemas.openxmlformats.org/drawingml/2006/main">
              <a:ext uri="{FF2B5EF4-FFF2-40B4-BE49-F238E27FC236}">
                <a16:creationId xmlns:a16="http://schemas.microsoft.com/office/drawing/2014/main" id="{791B2DDA-FBED-4020-98B4-AD53D9C6F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32575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5" name="rect-279">
            <a:extLst xmlns:a="http://schemas.openxmlformats.org/drawingml/2006/main">
              <a:ext uri="{FF2B5EF4-FFF2-40B4-BE49-F238E27FC236}">
                <a16:creationId xmlns:a16="http://schemas.microsoft.com/office/drawing/2014/main" id="{5144BC2E-105A-4B0D-8264-0D88C20A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2575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280">
            <a:extLst xmlns:a="http://schemas.openxmlformats.org/drawingml/2006/main">
              <a:ext uri="{FF2B5EF4-FFF2-40B4-BE49-F238E27FC236}">
                <a16:creationId xmlns:a16="http://schemas.microsoft.com/office/drawing/2014/main" id="{66C9C3A7-E14D-4666-AF83-04B602B5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2575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7" name="rect-281">
            <a:extLst xmlns:a="http://schemas.openxmlformats.org/drawingml/2006/main">
              <a:ext uri="{FF2B5EF4-FFF2-40B4-BE49-F238E27FC236}">
                <a16:creationId xmlns:a16="http://schemas.microsoft.com/office/drawing/2014/main" id="{6B103250-3414-4BC5-9F50-62C8E5EA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282">
            <a:extLst xmlns:a="http://schemas.openxmlformats.org/drawingml/2006/main">
              <a:ext uri="{FF2B5EF4-FFF2-40B4-BE49-F238E27FC236}">
                <a16:creationId xmlns:a16="http://schemas.microsoft.com/office/drawing/2014/main" id="{6E1D1D25-30C1-4437-A730-2E1E5F6AB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9" name="rect-283">
            <a:extLst xmlns:a="http://schemas.openxmlformats.org/drawingml/2006/main">
              <a:ext uri="{FF2B5EF4-FFF2-40B4-BE49-F238E27FC236}">
                <a16:creationId xmlns:a16="http://schemas.microsoft.com/office/drawing/2014/main" id="{C5C7D19F-BFC4-419E-AE0C-6630859A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84">
            <a:extLst xmlns:a="http://schemas.openxmlformats.org/drawingml/2006/main">
              <a:ext uri="{FF2B5EF4-FFF2-40B4-BE49-F238E27FC236}">
                <a16:creationId xmlns:a16="http://schemas.microsoft.com/office/drawing/2014/main" id="{5C9C4393-2219-47D2-BC2E-1074D042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1" name="rect-285">
            <a:extLst xmlns:a="http://schemas.openxmlformats.org/drawingml/2006/main">
              <a:ext uri="{FF2B5EF4-FFF2-40B4-BE49-F238E27FC236}">
                <a16:creationId xmlns:a16="http://schemas.microsoft.com/office/drawing/2014/main" id="{A46E75AC-5339-41E0-86AE-BCC225906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ext-286">
            <a:extLst xmlns:a="http://schemas.openxmlformats.org/drawingml/2006/main">
              <a:ext uri="{FF2B5EF4-FFF2-40B4-BE49-F238E27FC236}">
                <a16:creationId xmlns:a16="http://schemas.microsoft.com/office/drawing/2014/main" id="{46B31D60-A868-4F8F-8246-F6A5CCF4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23" name="rect-287">
            <a:extLst xmlns:a="http://schemas.openxmlformats.org/drawingml/2006/main">
              <a:ext uri="{FF2B5EF4-FFF2-40B4-BE49-F238E27FC236}">
                <a16:creationId xmlns:a16="http://schemas.microsoft.com/office/drawing/2014/main" id="{2EE1551F-72AA-4EE7-9169-AC80D775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288">
            <a:extLst xmlns:a="http://schemas.openxmlformats.org/drawingml/2006/main">
              <a:ext uri="{FF2B5EF4-FFF2-40B4-BE49-F238E27FC236}">
                <a16:creationId xmlns:a16="http://schemas.microsoft.com/office/drawing/2014/main" id="{0D1D51B3-74A5-40AC-B8D2-A435E62D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6</a:t>
            </a:r>
          </a:p>
        </p:txBody>
      </p:sp>
      <p:sp>
        <p:nvSpPr>
          <p:cNvPr id="25" name="rect-289">
            <a:extLst xmlns:a="http://schemas.openxmlformats.org/drawingml/2006/main">
              <a:ext uri="{FF2B5EF4-FFF2-40B4-BE49-F238E27FC236}">
                <a16:creationId xmlns:a16="http://schemas.microsoft.com/office/drawing/2014/main" id="{B15CC247-D32B-4790-BEDA-EAE41ACF8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290">
            <a:extLst xmlns:a="http://schemas.openxmlformats.org/drawingml/2006/main">
              <a:ext uri="{FF2B5EF4-FFF2-40B4-BE49-F238E27FC236}">
                <a16:creationId xmlns:a16="http://schemas.microsoft.com/office/drawing/2014/main" id="{EB424B96-5682-4278-9D5B-62230B8E9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7</a:t>
            </a:r>
          </a:p>
        </p:txBody>
      </p:sp>
      <p:sp>
        <p:nvSpPr>
          <p:cNvPr id="27" name="rect-291">
            <a:extLst xmlns:a="http://schemas.openxmlformats.org/drawingml/2006/main">
              <a:ext uri="{FF2B5EF4-FFF2-40B4-BE49-F238E27FC236}">
                <a16:creationId xmlns:a16="http://schemas.microsoft.com/office/drawing/2014/main" id="{A4DA5E15-D658-4531-BC3B-4AED36C1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292">
            <a:extLst xmlns:a="http://schemas.openxmlformats.org/drawingml/2006/main">
              <a:ext uri="{FF2B5EF4-FFF2-40B4-BE49-F238E27FC236}">
                <a16:creationId xmlns:a16="http://schemas.microsoft.com/office/drawing/2014/main" id="{928AF157-E717-4EF2-9967-1F097B649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8</a:t>
            </a:r>
          </a:p>
        </p:txBody>
      </p:sp>
      <p:sp>
        <p:nvSpPr>
          <p:cNvPr id="29" name="rect-293">
            <a:extLst xmlns:a="http://schemas.openxmlformats.org/drawingml/2006/main">
              <a:ext uri="{FF2B5EF4-FFF2-40B4-BE49-F238E27FC236}">
                <a16:creationId xmlns:a16="http://schemas.microsoft.com/office/drawing/2014/main" id="{4C96FB1B-CAA8-4B52-B440-78648F02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text-294">
            <a:extLst xmlns:a="http://schemas.openxmlformats.org/drawingml/2006/main">
              <a:ext uri="{FF2B5EF4-FFF2-40B4-BE49-F238E27FC236}">
                <a16:creationId xmlns:a16="http://schemas.microsoft.com/office/drawing/2014/main" id="{9F0F43EE-C1F4-42E7-A1BE-B105516A9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9</a:t>
            </a:r>
          </a:p>
        </p:txBody>
      </p:sp>
      <p:sp>
        <p:nvSpPr>
          <p:cNvPr id="31" name="rect-295">
            <a:extLst xmlns:a="http://schemas.openxmlformats.org/drawingml/2006/main">
              <a:ext uri="{FF2B5EF4-FFF2-40B4-BE49-F238E27FC236}">
                <a16:creationId xmlns:a16="http://schemas.microsoft.com/office/drawing/2014/main" id="{50910E5F-7126-43D3-9B4C-B125DFEC8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296">
            <a:extLst xmlns:a="http://schemas.openxmlformats.org/drawingml/2006/main">
              <a:ext uri="{FF2B5EF4-FFF2-40B4-BE49-F238E27FC236}">
                <a16:creationId xmlns:a16="http://schemas.microsoft.com/office/drawing/2014/main" id="{97C435C8-48CA-4278-A9A3-6AB4AED4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33" name="rect-297">
            <a:extLst xmlns:a="http://schemas.openxmlformats.org/drawingml/2006/main">
              <a:ext uri="{FF2B5EF4-FFF2-40B4-BE49-F238E27FC236}">
                <a16:creationId xmlns:a16="http://schemas.microsoft.com/office/drawing/2014/main" id="{37C08B29-873C-4BDB-BEBC-CF4C63E49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text-298">
            <a:extLst xmlns:a="http://schemas.openxmlformats.org/drawingml/2006/main">
              <a:ext uri="{FF2B5EF4-FFF2-40B4-BE49-F238E27FC236}">
                <a16:creationId xmlns:a16="http://schemas.microsoft.com/office/drawing/2014/main" id="{2F940AB6-B59D-4632-89BF-CA59B9FB8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35" name="rect-299">
            <a:extLst xmlns:a="http://schemas.openxmlformats.org/drawingml/2006/main">
              <a:ext uri="{FF2B5EF4-FFF2-40B4-BE49-F238E27FC236}">
                <a16:creationId xmlns:a16="http://schemas.microsoft.com/office/drawing/2014/main" id="{98733800-941A-43A2-BB79-DFC837F8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text-300">
            <a:extLst xmlns:a="http://schemas.openxmlformats.org/drawingml/2006/main">
              <a:ext uri="{FF2B5EF4-FFF2-40B4-BE49-F238E27FC236}">
                <a16:creationId xmlns:a16="http://schemas.microsoft.com/office/drawing/2014/main" id="{C5C67A63-1C1F-4071-99F3-7376C444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37" name="rect-301">
            <a:extLst xmlns:a="http://schemas.openxmlformats.org/drawingml/2006/main">
              <a:ext uri="{FF2B5EF4-FFF2-40B4-BE49-F238E27FC236}">
                <a16:creationId xmlns:a16="http://schemas.microsoft.com/office/drawing/2014/main" id="{837EB106-56BE-4780-9C01-9A712DBFC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text-302">
            <a:extLst xmlns:a="http://schemas.openxmlformats.org/drawingml/2006/main">
              <a:ext uri="{FF2B5EF4-FFF2-40B4-BE49-F238E27FC236}">
                <a16:creationId xmlns:a16="http://schemas.microsoft.com/office/drawing/2014/main" id="{F025E6FC-24E1-4D91-899A-39A2D7F2A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39" name="rect-303">
            <a:extLst xmlns:a="http://schemas.openxmlformats.org/drawingml/2006/main">
              <a:ext uri="{FF2B5EF4-FFF2-40B4-BE49-F238E27FC236}">
                <a16:creationId xmlns:a16="http://schemas.microsoft.com/office/drawing/2014/main" id="{A6A21B63-EF91-4548-B0CE-93C892ED7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text-304">
            <a:extLst xmlns:a="http://schemas.openxmlformats.org/drawingml/2006/main">
              <a:ext uri="{FF2B5EF4-FFF2-40B4-BE49-F238E27FC236}">
                <a16:creationId xmlns:a16="http://schemas.microsoft.com/office/drawing/2014/main" id="{5C4E30D7-3B43-4B68-9EAD-1A91FFC5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sp>
        <p:nvSpPr>
          <p:cNvPr id="41" name="rect-305">
            <a:extLst xmlns:a="http://schemas.openxmlformats.org/drawingml/2006/main">
              <a:ext uri="{FF2B5EF4-FFF2-40B4-BE49-F238E27FC236}">
                <a16:creationId xmlns:a16="http://schemas.microsoft.com/office/drawing/2014/main" id="{CE8976CE-171D-4BE7-983D-96ED1B20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text-306">
            <a:extLst xmlns:a="http://schemas.openxmlformats.org/drawingml/2006/main">
              <a:ext uri="{FF2B5EF4-FFF2-40B4-BE49-F238E27FC236}">
                <a16:creationId xmlns:a16="http://schemas.microsoft.com/office/drawing/2014/main" id="{322D6543-DE00-4C7A-BC66-73AC2C0B7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  <p:sp>
        <p:nvSpPr>
          <p:cNvPr id="43" name="rect-307">
            <a:extLst xmlns:a="http://schemas.openxmlformats.org/drawingml/2006/main">
              <a:ext uri="{FF2B5EF4-FFF2-40B4-BE49-F238E27FC236}">
                <a16:creationId xmlns:a16="http://schemas.microsoft.com/office/drawing/2014/main" id="{7FD345EA-CE08-40F9-B462-BE5DDA81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text-308">
            <a:extLst xmlns:a="http://schemas.openxmlformats.org/drawingml/2006/main">
              <a:ext uri="{FF2B5EF4-FFF2-40B4-BE49-F238E27FC236}">
                <a16:creationId xmlns:a16="http://schemas.microsoft.com/office/drawing/2014/main" id="{DA714B2D-51B9-48E2-8344-6A6E62F7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  <p:sp>
        <p:nvSpPr>
          <p:cNvPr id="45" name="rect-309">
            <a:extLst xmlns:a="http://schemas.openxmlformats.org/drawingml/2006/main">
              <a:ext uri="{FF2B5EF4-FFF2-40B4-BE49-F238E27FC236}">
                <a16:creationId xmlns:a16="http://schemas.microsoft.com/office/drawing/2014/main" id="{03034633-0D96-415B-85C5-4523DB70A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text-310">
            <a:extLst xmlns:a="http://schemas.openxmlformats.org/drawingml/2006/main">
              <a:ext uri="{FF2B5EF4-FFF2-40B4-BE49-F238E27FC236}">
                <a16:creationId xmlns:a16="http://schemas.microsoft.com/office/drawing/2014/main" id="{DDAF283B-9E66-425A-8ECC-624AC26D8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17</a:t>
            </a:r>
          </a:p>
        </p:txBody>
      </p:sp>
      <p:sp>
        <p:nvSpPr>
          <p:cNvPr id="47" name="rect-311">
            <a:extLst xmlns:a="http://schemas.openxmlformats.org/drawingml/2006/main">
              <a:ext uri="{FF2B5EF4-FFF2-40B4-BE49-F238E27FC236}">
                <a16:creationId xmlns:a16="http://schemas.microsoft.com/office/drawing/2014/main" id="{482AF5D2-2114-4247-A6B9-C4CA428C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text-312">
            <a:extLst xmlns:a="http://schemas.openxmlformats.org/drawingml/2006/main">
              <a:ext uri="{FF2B5EF4-FFF2-40B4-BE49-F238E27FC236}">
                <a16:creationId xmlns:a16="http://schemas.microsoft.com/office/drawing/2014/main" id="{6782FE96-A0E5-42B3-8BC1-A343CFB5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18</a:t>
            </a:r>
          </a:p>
        </p:txBody>
      </p:sp>
      <p:sp>
        <p:nvSpPr>
          <p:cNvPr id="49" name="rect-313">
            <a:extLst xmlns:a="http://schemas.openxmlformats.org/drawingml/2006/main">
              <a:ext uri="{FF2B5EF4-FFF2-40B4-BE49-F238E27FC236}">
                <a16:creationId xmlns:a16="http://schemas.microsoft.com/office/drawing/2014/main" id="{A5F88842-5CB0-436C-BD2C-B25C0F9F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text-314">
            <a:extLst xmlns:a="http://schemas.openxmlformats.org/drawingml/2006/main">
              <a:ext uri="{FF2B5EF4-FFF2-40B4-BE49-F238E27FC236}">
                <a16:creationId xmlns:a16="http://schemas.microsoft.com/office/drawing/2014/main" id="{F2011C86-EA93-4DB0-86A3-289FC5E3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19</a:t>
            </a:r>
          </a:p>
        </p:txBody>
      </p:sp>
      <p:sp>
        <p:nvSpPr>
          <p:cNvPr id="51" name="rect-315">
            <a:extLst xmlns:a="http://schemas.openxmlformats.org/drawingml/2006/main">
              <a:ext uri="{FF2B5EF4-FFF2-40B4-BE49-F238E27FC236}">
                <a16:creationId xmlns:a16="http://schemas.microsoft.com/office/drawing/2014/main" id="{B073D2E4-FB2A-4E05-9D58-D4F94EBA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text-316">
            <a:extLst xmlns:a="http://schemas.openxmlformats.org/drawingml/2006/main">
              <a:ext uri="{FF2B5EF4-FFF2-40B4-BE49-F238E27FC236}">
                <a16:creationId xmlns:a16="http://schemas.microsoft.com/office/drawing/2014/main" id="{3806FDB2-9751-4B11-B6A6-360198DAD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20</a:t>
            </a:r>
          </a:p>
        </p:txBody>
      </p:sp>
      <p:sp>
        <p:nvSpPr>
          <p:cNvPr id="53" name="rect-317">
            <a:extLst xmlns:a="http://schemas.openxmlformats.org/drawingml/2006/main">
              <a:ext uri="{FF2B5EF4-FFF2-40B4-BE49-F238E27FC236}">
                <a16:creationId xmlns:a16="http://schemas.microsoft.com/office/drawing/2014/main" id="{38D90A58-944E-45C4-AC6A-4E0DC9BC7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text-318">
            <a:extLst xmlns:a="http://schemas.openxmlformats.org/drawingml/2006/main">
              <a:ext uri="{FF2B5EF4-FFF2-40B4-BE49-F238E27FC236}">
                <a16:creationId xmlns:a16="http://schemas.microsoft.com/office/drawing/2014/main" id="{D998A7BE-86EA-492A-A130-BAB985FD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21</a:t>
            </a:r>
          </a:p>
        </p:txBody>
      </p:sp>
      <p:sp>
        <p:nvSpPr>
          <p:cNvPr id="55" name="rect-319">
            <a:extLst xmlns:a="http://schemas.openxmlformats.org/drawingml/2006/main">
              <a:ext uri="{FF2B5EF4-FFF2-40B4-BE49-F238E27FC236}">
                <a16:creationId xmlns:a16="http://schemas.microsoft.com/office/drawing/2014/main" id="{A09F904D-AE6B-4301-9892-6A282A25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text-320">
            <a:extLst xmlns:a="http://schemas.openxmlformats.org/drawingml/2006/main">
              <a:ext uri="{FF2B5EF4-FFF2-40B4-BE49-F238E27FC236}">
                <a16:creationId xmlns:a16="http://schemas.microsoft.com/office/drawing/2014/main" id="{0E629707-8965-496A-85F6-3A01CD14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22</a:t>
            </a:r>
          </a:p>
        </p:txBody>
      </p:sp>
      <p:sp>
        <p:nvSpPr>
          <p:cNvPr id="57" name="rect-321">
            <a:extLst xmlns:a="http://schemas.openxmlformats.org/drawingml/2006/main">
              <a:ext uri="{FF2B5EF4-FFF2-40B4-BE49-F238E27FC236}">
                <a16:creationId xmlns:a16="http://schemas.microsoft.com/office/drawing/2014/main" id="{6763AFAE-54E2-4EEC-8819-76DA65E0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text-322">
            <a:extLst xmlns:a="http://schemas.openxmlformats.org/drawingml/2006/main">
              <a:ext uri="{FF2B5EF4-FFF2-40B4-BE49-F238E27FC236}">
                <a16:creationId xmlns:a16="http://schemas.microsoft.com/office/drawing/2014/main" id="{298D1AD9-35E1-44BD-B154-363B5CF2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23</a:t>
            </a:r>
          </a:p>
        </p:txBody>
      </p:sp>
      <p:sp>
        <p:nvSpPr>
          <p:cNvPr id="59" name="rect-323">
            <a:extLst xmlns:a="http://schemas.openxmlformats.org/drawingml/2006/main">
              <a:ext uri="{FF2B5EF4-FFF2-40B4-BE49-F238E27FC236}">
                <a16:creationId xmlns:a16="http://schemas.microsoft.com/office/drawing/2014/main" id="{CCC0460A-B5FB-4384-9083-297A87C3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386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text-324">
            <a:extLst xmlns:a="http://schemas.openxmlformats.org/drawingml/2006/main">
              <a:ext uri="{FF2B5EF4-FFF2-40B4-BE49-F238E27FC236}">
                <a16:creationId xmlns:a16="http://schemas.microsoft.com/office/drawing/2014/main" id="{EF2F8ECA-72E8-4B19-8EEC-99890FA3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386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24</a:t>
            </a:r>
          </a:p>
        </p:txBody>
      </p:sp>
      <p:sp>
        <p:nvSpPr>
          <p:cNvPr id="61" name="rect-325">
            <a:extLst xmlns:a="http://schemas.openxmlformats.org/drawingml/2006/main">
              <a:ext uri="{FF2B5EF4-FFF2-40B4-BE49-F238E27FC236}">
                <a16:creationId xmlns:a16="http://schemas.microsoft.com/office/drawing/2014/main" id="{E3DC059D-7773-4A6F-B7D7-BDA5E9486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4386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text-326">
            <a:extLst xmlns:a="http://schemas.openxmlformats.org/drawingml/2006/main">
              <a:ext uri="{FF2B5EF4-FFF2-40B4-BE49-F238E27FC236}">
                <a16:creationId xmlns:a16="http://schemas.microsoft.com/office/drawing/2014/main" id="{BA01DD4F-64CC-4EC8-B05B-F878251C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4386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25</a:t>
            </a:r>
          </a:p>
        </p:txBody>
      </p:sp>
      <p:sp>
        <p:nvSpPr>
          <p:cNvPr id="63" name="rect-327">
            <a:extLst xmlns:a="http://schemas.openxmlformats.org/drawingml/2006/main">
              <a:ext uri="{FF2B5EF4-FFF2-40B4-BE49-F238E27FC236}">
                <a16:creationId xmlns:a16="http://schemas.microsoft.com/office/drawing/2014/main" id="{62F8F98F-39D4-46A8-B37E-13F989C2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4386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text-328">
            <a:extLst xmlns:a="http://schemas.openxmlformats.org/drawingml/2006/main">
              <a:ext uri="{FF2B5EF4-FFF2-40B4-BE49-F238E27FC236}">
                <a16:creationId xmlns:a16="http://schemas.microsoft.com/office/drawing/2014/main" id="{B725F3C4-02F9-4D56-8711-813CFD908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4386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26</a:t>
            </a:r>
          </a:p>
        </p:txBody>
      </p:sp>
      <p:sp>
        <p:nvSpPr>
          <p:cNvPr id="65" name="rect-329">
            <a:extLst xmlns:a="http://schemas.openxmlformats.org/drawingml/2006/main">
              <a:ext uri="{FF2B5EF4-FFF2-40B4-BE49-F238E27FC236}">
                <a16:creationId xmlns:a16="http://schemas.microsoft.com/office/drawing/2014/main" id="{9E70210A-119B-4804-82E3-438D9DA6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44386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text-330">
            <a:extLst xmlns:a="http://schemas.openxmlformats.org/drawingml/2006/main">
              <a:ext uri="{FF2B5EF4-FFF2-40B4-BE49-F238E27FC236}">
                <a16:creationId xmlns:a16="http://schemas.microsoft.com/office/drawing/2014/main" id="{4D830FBF-92CA-41B1-BD40-75DBE982F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44386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27</a:t>
            </a:r>
          </a:p>
        </p:txBody>
      </p:sp>
      <p:sp>
        <p:nvSpPr>
          <p:cNvPr id="67" name="rect-331">
            <a:extLst xmlns:a="http://schemas.openxmlformats.org/drawingml/2006/main">
              <a:ext uri="{FF2B5EF4-FFF2-40B4-BE49-F238E27FC236}">
                <a16:creationId xmlns:a16="http://schemas.microsoft.com/office/drawing/2014/main" id="{99116EC8-A8F0-4861-A1B8-5FE6269B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4386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text-332">
            <a:extLst xmlns:a="http://schemas.openxmlformats.org/drawingml/2006/main">
              <a:ext uri="{FF2B5EF4-FFF2-40B4-BE49-F238E27FC236}">
                <a16:creationId xmlns:a16="http://schemas.microsoft.com/office/drawing/2014/main" id="{01A9AE40-B0EE-4704-A164-45407C6F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4386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28</a:t>
            </a:r>
          </a:p>
        </p:txBody>
      </p:sp>
      <p:sp>
        <p:nvSpPr>
          <p:cNvPr id="69" name="rect-333">
            <a:extLst xmlns:a="http://schemas.openxmlformats.org/drawingml/2006/main">
              <a:ext uri="{FF2B5EF4-FFF2-40B4-BE49-F238E27FC236}">
                <a16:creationId xmlns:a16="http://schemas.microsoft.com/office/drawing/2014/main" id="{B283789B-9287-49BF-8F0F-95266FFD8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44386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text-334">
            <a:extLst xmlns:a="http://schemas.openxmlformats.org/drawingml/2006/main">
              <a:ext uri="{FF2B5EF4-FFF2-40B4-BE49-F238E27FC236}">
                <a16:creationId xmlns:a16="http://schemas.microsoft.com/office/drawing/2014/main" id="{66C25F83-0A76-4FF1-B36C-35CCDFDB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44386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29</a:t>
            </a:r>
          </a:p>
        </p:txBody>
      </p:sp>
      <p:sp>
        <p:nvSpPr>
          <p:cNvPr id="71" name="rect-335">
            <a:extLst xmlns:a="http://schemas.openxmlformats.org/drawingml/2006/main">
              <a:ext uri="{FF2B5EF4-FFF2-40B4-BE49-F238E27FC236}">
                <a16:creationId xmlns:a16="http://schemas.microsoft.com/office/drawing/2014/main" id="{0620D794-C5C9-4F65-8304-9832B53BC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4386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text-336">
            <a:extLst xmlns:a="http://schemas.openxmlformats.org/drawingml/2006/main">
              <a:ext uri="{FF2B5EF4-FFF2-40B4-BE49-F238E27FC236}">
                <a16:creationId xmlns:a16="http://schemas.microsoft.com/office/drawing/2014/main" id="{78FCFDA4-516B-4F75-ABC7-4588E6EB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4386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30</a:t>
            </a:r>
          </a:p>
        </p:txBody>
      </p:sp>
      <p:sp>
        <p:nvSpPr>
          <p:cNvPr id="73" name="text-337">
            <a:extLst xmlns:a="http://schemas.openxmlformats.org/drawingml/2006/main">
              <a:ext uri="{FF2B5EF4-FFF2-40B4-BE49-F238E27FC236}">
                <a16:creationId xmlns:a16="http://schemas.microsoft.com/office/drawing/2014/main" id="{040A62ED-C4DB-4918-9C34-2F7F61AC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085975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7 月</a:t>
            </a:r>
          </a:p>
        </p:txBody>
      </p:sp>
      <p:sp>
        <p:nvSpPr>
          <p:cNvPr id="74" name="text-338">
            <a:extLst xmlns:a="http://schemas.openxmlformats.org/drawingml/2006/main">
              <a:ext uri="{FF2B5EF4-FFF2-40B4-BE49-F238E27FC236}">
                <a16:creationId xmlns:a16="http://schemas.microsoft.com/office/drawing/2014/main" id="{5D9549E0-98E7-4F2F-922C-99FB778F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14600"/>
            <a:ext cx="2114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rPr>
              <a:t>10 天超标</a:t>
            </a:r>
          </a:p>
        </p:txBody>
      </p:sp>
      <p:sp>
        <p:nvSpPr>
          <p:cNvPr id="75" name="text-339">
            <a:extLst xmlns:a="http://schemas.openxmlformats.org/drawingml/2006/main">
              <a:ext uri="{FF2B5EF4-FFF2-40B4-BE49-F238E27FC236}">
                <a16:creationId xmlns:a16="http://schemas.microsoft.com/office/drawing/2014/main" id="{7890070D-C119-41AD-830D-A87FC353A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一</a:t>
            </a:r>
          </a:p>
        </p:txBody>
      </p:sp>
      <p:sp>
        <p:nvSpPr>
          <p:cNvPr id="76" name="text-340">
            <a:extLst xmlns:a="http://schemas.openxmlformats.org/drawingml/2006/main">
              <a:ext uri="{FF2B5EF4-FFF2-40B4-BE49-F238E27FC236}">
                <a16:creationId xmlns:a16="http://schemas.microsoft.com/office/drawing/2014/main" id="{4D706465-297F-46E0-8F24-3889293F9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二</a:t>
            </a:r>
          </a:p>
        </p:txBody>
      </p:sp>
      <p:sp>
        <p:nvSpPr>
          <p:cNvPr id="77" name="text-341">
            <a:extLst xmlns:a="http://schemas.openxmlformats.org/drawingml/2006/main">
              <a:ext uri="{FF2B5EF4-FFF2-40B4-BE49-F238E27FC236}">
                <a16:creationId xmlns:a16="http://schemas.microsoft.com/office/drawing/2014/main" id="{556D4F84-4366-48E8-BFAA-B22719F05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三</a:t>
            </a:r>
          </a:p>
        </p:txBody>
      </p:sp>
      <p:sp>
        <p:nvSpPr>
          <p:cNvPr id="78" name="text-342">
            <a:extLst xmlns:a="http://schemas.openxmlformats.org/drawingml/2006/main">
              <a:ext uri="{FF2B5EF4-FFF2-40B4-BE49-F238E27FC236}">
                <a16:creationId xmlns:a16="http://schemas.microsoft.com/office/drawing/2014/main" id="{D0FF2C3F-CFD6-4731-9959-B5400502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四</a:t>
            </a:r>
          </a:p>
        </p:txBody>
      </p:sp>
      <p:sp>
        <p:nvSpPr>
          <p:cNvPr id="79" name="text-343">
            <a:extLst xmlns:a="http://schemas.openxmlformats.org/drawingml/2006/main">
              <a:ext uri="{FF2B5EF4-FFF2-40B4-BE49-F238E27FC236}">
                <a16:creationId xmlns:a16="http://schemas.microsoft.com/office/drawing/2014/main" id="{8BE96CC0-3BA6-4C81-93F4-0425822E1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五</a:t>
            </a:r>
          </a:p>
        </p:txBody>
      </p:sp>
      <p:sp>
        <p:nvSpPr>
          <p:cNvPr id="80" name="text-344">
            <a:extLst xmlns:a="http://schemas.openxmlformats.org/drawingml/2006/main">
              <a:ext uri="{FF2B5EF4-FFF2-40B4-BE49-F238E27FC236}">
                <a16:creationId xmlns:a16="http://schemas.microsoft.com/office/drawing/2014/main" id="{4A8EE041-EEB8-4CDE-A1D6-CA0B33D2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六</a:t>
            </a:r>
          </a:p>
        </p:txBody>
      </p:sp>
      <p:sp>
        <p:nvSpPr>
          <p:cNvPr id="81" name="text-345">
            <a:extLst xmlns:a="http://schemas.openxmlformats.org/drawingml/2006/main">
              <a:ext uri="{FF2B5EF4-FFF2-40B4-BE49-F238E27FC236}">
                <a16:creationId xmlns:a16="http://schemas.microsoft.com/office/drawing/2014/main" id="{3A0EBC16-B674-468F-9712-CC9732EB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日</a:t>
            </a:r>
          </a:p>
        </p:txBody>
      </p:sp>
      <p:sp>
        <p:nvSpPr>
          <p:cNvPr id="82" name="rect-346">
            <a:extLst xmlns:a="http://schemas.openxmlformats.org/drawingml/2006/main">
              <a:ext uri="{FF2B5EF4-FFF2-40B4-BE49-F238E27FC236}">
                <a16:creationId xmlns:a16="http://schemas.microsoft.com/office/drawing/2014/main" id="{D9855576-CA91-44E4-A0EA-A3A741DC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2575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text-347">
            <a:extLst xmlns:a="http://schemas.openxmlformats.org/drawingml/2006/main">
              <a:ext uri="{FF2B5EF4-FFF2-40B4-BE49-F238E27FC236}">
                <a16:creationId xmlns:a16="http://schemas.microsoft.com/office/drawing/2014/main" id="{90A134AC-F7D5-4CD8-9300-9E967C1F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2575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4" name="rect-348">
            <a:extLst xmlns:a="http://schemas.openxmlformats.org/drawingml/2006/main">
              <a:ext uri="{FF2B5EF4-FFF2-40B4-BE49-F238E27FC236}">
                <a16:creationId xmlns:a16="http://schemas.microsoft.com/office/drawing/2014/main" id="{D5EE5DA4-1CC8-43B7-8418-23CDA5A8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575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text-349">
            <a:extLst xmlns:a="http://schemas.openxmlformats.org/drawingml/2006/main">
              <a:ext uri="{FF2B5EF4-FFF2-40B4-BE49-F238E27FC236}">
                <a16:creationId xmlns:a16="http://schemas.microsoft.com/office/drawing/2014/main" id="{913160B3-E303-4924-9CD0-A8C94540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575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86" name="rect-350">
            <a:extLst xmlns:a="http://schemas.openxmlformats.org/drawingml/2006/main">
              <a:ext uri="{FF2B5EF4-FFF2-40B4-BE49-F238E27FC236}">
                <a16:creationId xmlns:a16="http://schemas.microsoft.com/office/drawing/2014/main" id="{3E9D1DF2-7821-4AEA-932E-6443F5CA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575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text-351">
            <a:extLst xmlns:a="http://schemas.openxmlformats.org/drawingml/2006/main">
              <a:ext uri="{FF2B5EF4-FFF2-40B4-BE49-F238E27FC236}">
                <a16:creationId xmlns:a16="http://schemas.microsoft.com/office/drawing/2014/main" id="{2D40326E-0B41-425C-B22B-DFBDB138F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575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88" name="rect-352">
            <a:extLst xmlns:a="http://schemas.openxmlformats.org/drawingml/2006/main">
              <a:ext uri="{FF2B5EF4-FFF2-40B4-BE49-F238E27FC236}">
                <a16:creationId xmlns:a16="http://schemas.microsoft.com/office/drawing/2014/main" id="{C0285B61-9AA3-4653-8653-0D245935A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2575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text-353">
            <a:extLst xmlns:a="http://schemas.openxmlformats.org/drawingml/2006/main">
              <a:ext uri="{FF2B5EF4-FFF2-40B4-BE49-F238E27FC236}">
                <a16:creationId xmlns:a16="http://schemas.microsoft.com/office/drawing/2014/main" id="{86172772-318E-4709-ACE4-C3B5E9A1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2575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90" name="rect-354">
            <a:extLst xmlns:a="http://schemas.openxmlformats.org/drawingml/2006/main">
              <a:ext uri="{FF2B5EF4-FFF2-40B4-BE49-F238E27FC236}">
                <a16:creationId xmlns:a16="http://schemas.microsoft.com/office/drawing/2014/main" id="{F9DCAE0F-8EF5-48FE-988E-F6EDBEA4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2575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text-355">
            <a:extLst xmlns:a="http://schemas.openxmlformats.org/drawingml/2006/main">
              <a:ext uri="{FF2B5EF4-FFF2-40B4-BE49-F238E27FC236}">
                <a16:creationId xmlns:a16="http://schemas.microsoft.com/office/drawing/2014/main" id="{E566DFD6-B076-41A2-8B15-CCA496BB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2575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92" name="rect-356">
            <a:extLst xmlns:a="http://schemas.openxmlformats.org/drawingml/2006/main">
              <a:ext uri="{FF2B5EF4-FFF2-40B4-BE49-F238E27FC236}">
                <a16:creationId xmlns:a16="http://schemas.microsoft.com/office/drawing/2014/main" id="{2672ADF8-6698-4E15-B723-ED4783F0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575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text-357">
            <a:extLst xmlns:a="http://schemas.openxmlformats.org/drawingml/2006/main">
              <a:ext uri="{FF2B5EF4-FFF2-40B4-BE49-F238E27FC236}">
                <a16:creationId xmlns:a16="http://schemas.microsoft.com/office/drawing/2014/main" id="{A928E4B7-BD7A-4D6B-B15A-5947726B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575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6</a:t>
            </a:r>
          </a:p>
        </p:txBody>
      </p:sp>
      <p:sp>
        <p:nvSpPr>
          <p:cNvPr id="94" name="rect-358">
            <a:extLst xmlns:a="http://schemas.openxmlformats.org/drawingml/2006/main">
              <a:ext uri="{FF2B5EF4-FFF2-40B4-BE49-F238E27FC236}">
                <a16:creationId xmlns:a16="http://schemas.microsoft.com/office/drawing/2014/main" id="{4662F56F-921C-4C46-908B-EFBD6C51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575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text-359">
            <a:extLst xmlns:a="http://schemas.openxmlformats.org/drawingml/2006/main">
              <a:ext uri="{FF2B5EF4-FFF2-40B4-BE49-F238E27FC236}">
                <a16:creationId xmlns:a16="http://schemas.microsoft.com/office/drawing/2014/main" id="{99FA672B-00FC-4B28-9FBE-F22FF535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575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7</a:t>
            </a:r>
          </a:p>
        </p:txBody>
      </p:sp>
      <p:sp>
        <p:nvSpPr>
          <p:cNvPr id="96" name="rect-360">
            <a:extLst xmlns:a="http://schemas.openxmlformats.org/drawingml/2006/main">
              <a:ext uri="{FF2B5EF4-FFF2-40B4-BE49-F238E27FC236}">
                <a16:creationId xmlns:a16="http://schemas.microsoft.com/office/drawing/2014/main" id="{B43C4291-463E-4A65-8C51-7F02562B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ADB8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text-361">
            <a:extLst xmlns:a="http://schemas.openxmlformats.org/drawingml/2006/main">
              <a:ext uri="{FF2B5EF4-FFF2-40B4-BE49-F238E27FC236}">
                <a16:creationId xmlns:a16="http://schemas.microsoft.com/office/drawing/2014/main" id="{E83A397B-82B2-4808-9ACC-EABC7D00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8</a:t>
            </a:r>
          </a:p>
        </p:txBody>
      </p:sp>
      <p:sp>
        <p:nvSpPr>
          <p:cNvPr id="98" name="rect-362">
            <a:extLst xmlns:a="http://schemas.openxmlformats.org/drawingml/2006/main">
              <a:ext uri="{FF2B5EF4-FFF2-40B4-BE49-F238E27FC236}">
                <a16:creationId xmlns:a16="http://schemas.microsoft.com/office/drawing/2014/main" id="{AF77AB02-F25E-4318-B2DC-4CDEDDDC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text-363">
            <a:extLst xmlns:a="http://schemas.openxmlformats.org/drawingml/2006/main">
              <a:ext uri="{FF2B5EF4-FFF2-40B4-BE49-F238E27FC236}">
                <a16:creationId xmlns:a16="http://schemas.microsoft.com/office/drawing/2014/main" id="{6F987A34-4DA7-435F-B4EB-49C06F14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9</a:t>
            </a:r>
          </a:p>
        </p:txBody>
      </p:sp>
      <p:sp>
        <p:nvSpPr>
          <p:cNvPr id="100" name="rect-364">
            <a:extLst xmlns:a="http://schemas.openxmlformats.org/drawingml/2006/main">
              <a:ext uri="{FF2B5EF4-FFF2-40B4-BE49-F238E27FC236}">
                <a16:creationId xmlns:a16="http://schemas.microsoft.com/office/drawing/2014/main" id="{B2652BE3-AAC2-4A2F-B1D3-9884C97D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text-365">
            <a:extLst xmlns:a="http://schemas.openxmlformats.org/drawingml/2006/main">
              <a:ext uri="{FF2B5EF4-FFF2-40B4-BE49-F238E27FC236}">
                <a16:creationId xmlns:a16="http://schemas.microsoft.com/office/drawing/2014/main" id="{4FC1B699-00B5-4ADA-9B67-5DD0136CB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102" name="rect-366">
            <a:extLst xmlns:a="http://schemas.openxmlformats.org/drawingml/2006/main">
              <a:ext uri="{FF2B5EF4-FFF2-40B4-BE49-F238E27FC236}">
                <a16:creationId xmlns:a16="http://schemas.microsoft.com/office/drawing/2014/main" id="{27462D1E-B7AF-42BA-AC98-DCFE35E7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text-367">
            <a:extLst xmlns:a="http://schemas.openxmlformats.org/drawingml/2006/main">
              <a:ext uri="{FF2B5EF4-FFF2-40B4-BE49-F238E27FC236}">
                <a16:creationId xmlns:a16="http://schemas.microsoft.com/office/drawing/2014/main" id="{CD63A464-54EE-4363-8C38-F70CD9C4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104" name="rect-368">
            <a:extLst xmlns:a="http://schemas.openxmlformats.org/drawingml/2006/main">
              <a:ext uri="{FF2B5EF4-FFF2-40B4-BE49-F238E27FC236}">
                <a16:creationId xmlns:a16="http://schemas.microsoft.com/office/drawing/2014/main" id="{19047F2D-0BEF-44C8-B86A-101FEC4C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text-369">
            <a:extLst xmlns:a="http://schemas.openxmlformats.org/drawingml/2006/main">
              <a:ext uri="{FF2B5EF4-FFF2-40B4-BE49-F238E27FC236}">
                <a16:creationId xmlns:a16="http://schemas.microsoft.com/office/drawing/2014/main" id="{5D072E22-1EB3-43A3-9416-93C17782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106" name="rect-370">
            <a:extLst xmlns:a="http://schemas.openxmlformats.org/drawingml/2006/main">
              <a:ext uri="{FF2B5EF4-FFF2-40B4-BE49-F238E27FC236}">
                <a16:creationId xmlns:a16="http://schemas.microsoft.com/office/drawing/2014/main" id="{90EC571D-8B53-4F65-9CAE-D0E415F6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text-371">
            <a:extLst xmlns:a="http://schemas.openxmlformats.org/drawingml/2006/main">
              <a:ext uri="{FF2B5EF4-FFF2-40B4-BE49-F238E27FC236}">
                <a16:creationId xmlns:a16="http://schemas.microsoft.com/office/drawing/2014/main" id="{5DF58E37-2928-41BF-A141-188A350F1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108" name="rect-372">
            <a:extLst xmlns:a="http://schemas.openxmlformats.org/drawingml/2006/main">
              <a:ext uri="{FF2B5EF4-FFF2-40B4-BE49-F238E27FC236}">
                <a16:creationId xmlns:a16="http://schemas.microsoft.com/office/drawing/2014/main" id="{63CE266C-C128-4F15-A021-B456737C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text-373">
            <a:extLst xmlns:a="http://schemas.openxmlformats.org/drawingml/2006/main">
              <a:ext uri="{FF2B5EF4-FFF2-40B4-BE49-F238E27FC236}">
                <a16:creationId xmlns:a16="http://schemas.microsoft.com/office/drawing/2014/main" id="{501290A8-695B-4C3D-A2BF-EC15846E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sp>
        <p:nvSpPr>
          <p:cNvPr id="110" name="rect-374">
            <a:extLst xmlns:a="http://schemas.openxmlformats.org/drawingml/2006/main">
              <a:ext uri="{FF2B5EF4-FFF2-40B4-BE49-F238E27FC236}">
                <a16:creationId xmlns:a16="http://schemas.microsoft.com/office/drawing/2014/main" id="{27E41E95-7884-4327-ACEF-9DBFCEE1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text-375">
            <a:extLst xmlns:a="http://schemas.openxmlformats.org/drawingml/2006/main">
              <a:ext uri="{FF2B5EF4-FFF2-40B4-BE49-F238E27FC236}">
                <a16:creationId xmlns:a16="http://schemas.microsoft.com/office/drawing/2014/main" id="{CC22328E-4B78-4DAD-B7B9-9AB3E3A46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  <p:sp>
        <p:nvSpPr>
          <p:cNvPr id="112" name="rect-376">
            <a:extLst xmlns:a="http://schemas.openxmlformats.org/drawingml/2006/main">
              <a:ext uri="{FF2B5EF4-FFF2-40B4-BE49-F238E27FC236}">
                <a16:creationId xmlns:a16="http://schemas.microsoft.com/office/drawing/2014/main" id="{7304543D-4050-414F-A0FA-FD3DB97AA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text-377">
            <a:extLst xmlns:a="http://schemas.openxmlformats.org/drawingml/2006/main">
              <a:ext uri="{FF2B5EF4-FFF2-40B4-BE49-F238E27FC236}">
                <a16:creationId xmlns:a16="http://schemas.microsoft.com/office/drawing/2014/main" id="{9A136866-FFDF-4B19-A8AB-76B2D6F0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  <p:sp>
        <p:nvSpPr>
          <p:cNvPr id="114" name="rect-378">
            <a:extLst xmlns:a="http://schemas.openxmlformats.org/drawingml/2006/main">
              <a:ext uri="{FF2B5EF4-FFF2-40B4-BE49-F238E27FC236}">
                <a16:creationId xmlns:a16="http://schemas.microsoft.com/office/drawing/2014/main" id="{69190A9C-E935-48B2-8814-9D9BDD816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text-379">
            <a:extLst xmlns:a="http://schemas.openxmlformats.org/drawingml/2006/main">
              <a:ext uri="{FF2B5EF4-FFF2-40B4-BE49-F238E27FC236}">
                <a16:creationId xmlns:a16="http://schemas.microsoft.com/office/drawing/2014/main" id="{ACD988E1-70DB-4906-96E6-F413EFB3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17</a:t>
            </a:r>
          </a:p>
        </p:txBody>
      </p:sp>
      <p:sp>
        <p:nvSpPr>
          <p:cNvPr id="116" name="rect-380">
            <a:extLst xmlns:a="http://schemas.openxmlformats.org/drawingml/2006/main">
              <a:ext uri="{FF2B5EF4-FFF2-40B4-BE49-F238E27FC236}">
                <a16:creationId xmlns:a16="http://schemas.microsoft.com/office/drawing/2014/main" id="{D131CDD3-40F6-4D16-88CD-A7CB6291E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text-381">
            <a:extLst xmlns:a="http://schemas.openxmlformats.org/drawingml/2006/main">
              <a:ext uri="{FF2B5EF4-FFF2-40B4-BE49-F238E27FC236}">
                <a16:creationId xmlns:a16="http://schemas.microsoft.com/office/drawing/2014/main" id="{8288FBCA-219A-46D4-AD18-8397DEBB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18</a:t>
            </a:r>
          </a:p>
        </p:txBody>
      </p:sp>
      <p:sp>
        <p:nvSpPr>
          <p:cNvPr id="118" name="rect-382">
            <a:extLst xmlns:a="http://schemas.openxmlformats.org/drawingml/2006/main">
              <a:ext uri="{FF2B5EF4-FFF2-40B4-BE49-F238E27FC236}">
                <a16:creationId xmlns:a16="http://schemas.microsoft.com/office/drawing/2014/main" id="{B9064494-EF12-48B5-B408-8150C3A7A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text-383">
            <a:extLst xmlns:a="http://schemas.openxmlformats.org/drawingml/2006/main">
              <a:ext uri="{FF2B5EF4-FFF2-40B4-BE49-F238E27FC236}">
                <a16:creationId xmlns:a16="http://schemas.microsoft.com/office/drawing/2014/main" id="{4547554E-0DB5-48C1-B506-82CC02C0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19</a:t>
            </a:r>
          </a:p>
        </p:txBody>
      </p:sp>
      <p:sp>
        <p:nvSpPr>
          <p:cNvPr id="120" name="rect-384">
            <a:extLst xmlns:a="http://schemas.openxmlformats.org/drawingml/2006/main">
              <a:ext uri="{FF2B5EF4-FFF2-40B4-BE49-F238E27FC236}">
                <a16:creationId xmlns:a16="http://schemas.microsoft.com/office/drawing/2014/main" id="{FEFBA0A1-2EC6-4F26-9086-6043568B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text-385">
            <a:extLst xmlns:a="http://schemas.openxmlformats.org/drawingml/2006/main">
              <a:ext uri="{FF2B5EF4-FFF2-40B4-BE49-F238E27FC236}">
                <a16:creationId xmlns:a16="http://schemas.microsoft.com/office/drawing/2014/main" id="{CAD4BF5C-E727-4536-AB71-1F43CC0C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20</a:t>
            </a:r>
          </a:p>
        </p:txBody>
      </p:sp>
      <p:sp>
        <p:nvSpPr>
          <p:cNvPr id="122" name="rect-386">
            <a:extLst xmlns:a="http://schemas.openxmlformats.org/drawingml/2006/main">
              <a:ext uri="{FF2B5EF4-FFF2-40B4-BE49-F238E27FC236}">
                <a16:creationId xmlns:a16="http://schemas.microsoft.com/office/drawing/2014/main" id="{71F47891-FB99-4909-ADFB-521BBFDA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text-387">
            <a:extLst xmlns:a="http://schemas.openxmlformats.org/drawingml/2006/main">
              <a:ext uri="{FF2B5EF4-FFF2-40B4-BE49-F238E27FC236}">
                <a16:creationId xmlns:a16="http://schemas.microsoft.com/office/drawing/2014/main" id="{07896A75-9515-4A16-BEA2-571B196C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21</a:t>
            </a:r>
          </a:p>
        </p:txBody>
      </p:sp>
      <p:sp>
        <p:nvSpPr>
          <p:cNvPr id="124" name="rect-388">
            <a:extLst xmlns:a="http://schemas.openxmlformats.org/drawingml/2006/main">
              <a:ext uri="{FF2B5EF4-FFF2-40B4-BE49-F238E27FC236}">
                <a16:creationId xmlns:a16="http://schemas.microsoft.com/office/drawing/2014/main" id="{8B833E9A-6E3C-4061-8AA4-B3E7672F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text-389">
            <a:extLst xmlns:a="http://schemas.openxmlformats.org/drawingml/2006/main">
              <a:ext uri="{FF2B5EF4-FFF2-40B4-BE49-F238E27FC236}">
                <a16:creationId xmlns:a16="http://schemas.microsoft.com/office/drawing/2014/main" id="{15C93D5C-55E8-4A31-A0CC-50EC007D6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22</a:t>
            </a:r>
          </a:p>
        </p:txBody>
      </p:sp>
      <p:sp>
        <p:nvSpPr>
          <p:cNvPr id="126" name="rect-390">
            <a:extLst xmlns:a="http://schemas.openxmlformats.org/drawingml/2006/main">
              <a:ext uri="{FF2B5EF4-FFF2-40B4-BE49-F238E27FC236}">
                <a16:creationId xmlns:a16="http://schemas.microsoft.com/office/drawing/2014/main" id="{5214DD72-3A15-4A15-A2D3-75DC02AC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text-391">
            <a:extLst xmlns:a="http://schemas.openxmlformats.org/drawingml/2006/main">
              <a:ext uri="{FF2B5EF4-FFF2-40B4-BE49-F238E27FC236}">
                <a16:creationId xmlns:a16="http://schemas.microsoft.com/office/drawing/2014/main" id="{C5A35098-5D23-4642-A700-A0197AB4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23</a:t>
            </a:r>
          </a:p>
        </p:txBody>
      </p:sp>
      <p:sp>
        <p:nvSpPr>
          <p:cNvPr id="128" name="rect-392">
            <a:extLst xmlns:a="http://schemas.openxmlformats.org/drawingml/2006/main">
              <a:ext uri="{FF2B5EF4-FFF2-40B4-BE49-F238E27FC236}">
                <a16:creationId xmlns:a16="http://schemas.microsoft.com/office/drawing/2014/main" id="{261D3D39-28F7-4169-B333-0257778E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text-393">
            <a:extLst xmlns:a="http://schemas.openxmlformats.org/drawingml/2006/main">
              <a:ext uri="{FF2B5EF4-FFF2-40B4-BE49-F238E27FC236}">
                <a16:creationId xmlns:a16="http://schemas.microsoft.com/office/drawing/2014/main" id="{A754BC61-A7E4-4D6C-806E-5E3FF83B1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24</a:t>
            </a:r>
          </a:p>
        </p:txBody>
      </p:sp>
      <p:sp>
        <p:nvSpPr>
          <p:cNvPr id="130" name="rect-394">
            <a:extLst xmlns:a="http://schemas.openxmlformats.org/drawingml/2006/main">
              <a:ext uri="{FF2B5EF4-FFF2-40B4-BE49-F238E27FC236}">
                <a16:creationId xmlns:a16="http://schemas.microsoft.com/office/drawing/2014/main" id="{21E64D46-8552-4B29-BD65-B3C7F8CE2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text-395">
            <a:extLst xmlns:a="http://schemas.openxmlformats.org/drawingml/2006/main">
              <a:ext uri="{FF2B5EF4-FFF2-40B4-BE49-F238E27FC236}">
                <a16:creationId xmlns:a16="http://schemas.microsoft.com/office/drawing/2014/main" id="{021C9CAF-5389-4059-8BFD-B247D403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25</a:t>
            </a:r>
          </a:p>
        </p:txBody>
      </p:sp>
      <p:sp>
        <p:nvSpPr>
          <p:cNvPr id="132" name="rect-396">
            <a:extLst xmlns:a="http://schemas.openxmlformats.org/drawingml/2006/main">
              <a:ext uri="{FF2B5EF4-FFF2-40B4-BE49-F238E27FC236}">
                <a16:creationId xmlns:a16="http://schemas.microsoft.com/office/drawing/2014/main" id="{F71EDC65-8EAA-48F5-B3E7-DD455A5C3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text-397">
            <a:extLst xmlns:a="http://schemas.openxmlformats.org/drawingml/2006/main">
              <a:ext uri="{FF2B5EF4-FFF2-40B4-BE49-F238E27FC236}">
                <a16:creationId xmlns:a16="http://schemas.microsoft.com/office/drawing/2014/main" id="{538E2C0A-54D5-40A1-93C7-2DD643AD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26</a:t>
            </a:r>
          </a:p>
        </p:txBody>
      </p:sp>
      <p:sp>
        <p:nvSpPr>
          <p:cNvPr id="134" name="rect-398">
            <a:extLst xmlns:a="http://schemas.openxmlformats.org/drawingml/2006/main">
              <a:ext uri="{FF2B5EF4-FFF2-40B4-BE49-F238E27FC236}">
                <a16:creationId xmlns:a16="http://schemas.microsoft.com/office/drawing/2014/main" id="{96AA251E-6EF0-4B48-A55F-EB75F9DB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text-399">
            <a:extLst xmlns:a="http://schemas.openxmlformats.org/drawingml/2006/main">
              <a:ext uri="{FF2B5EF4-FFF2-40B4-BE49-F238E27FC236}">
                <a16:creationId xmlns:a16="http://schemas.microsoft.com/office/drawing/2014/main" id="{F2A04337-1B84-4523-B789-CA4D8DAB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27</a:t>
            </a:r>
          </a:p>
        </p:txBody>
      </p:sp>
      <p:sp>
        <p:nvSpPr>
          <p:cNvPr id="136" name="rect-400">
            <a:extLst xmlns:a="http://schemas.openxmlformats.org/drawingml/2006/main">
              <a:ext uri="{FF2B5EF4-FFF2-40B4-BE49-F238E27FC236}">
                <a16:creationId xmlns:a16="http://schemas.microsoft.com/office/drawing/2014/main" id="{D6A2A3A4-5706-4166-8A18-01ED725D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text-401">
            <a:extLst xmlns:a="http://schemas.openxmlformats.org/drawingml/2006/main">
              <a:ext uri="{FF2B5EF4-FFF2-40B4-BE49-F238E27FC236}">
                <a16:creationId xmlns:a16="http://schemas.microsoft.com/office/drawing/2014/main" id="{70BF11C4-C32D-4C32-AFF3-468FFACD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28</a:t>
            </a:r>
          </a:p>
        </p:txBody>
      </p:sp>
      <p:sp>
        <p:nvSpPr>
          <p:cNvPr id="138" name="rect-402">
            <a:extLst xmlns:a="http://schemas.openxmlformats.org/drawingml/2006/main">
              <a:ext uri="{FF2B5EF4-FFF2-40B4-BE49-F238E27FC236}">
                <a16:creationId xmlns:a16="http://schemas.microsoft.com/office/drawing/2014/main" id="{5B8D3564-2BD3-40B1-AD7D-D54414F55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4386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text-403">
            <a:extLst xmlns:a="http://schemas.openxmlformats.org/drawingml/2006/main">
              <a:ext uri="{FF2B5EF4-FFF2-40B4-BE49-F238E27FC236}">
                <a16:creationId xmlns:a16="http://schemas.microsoft.com/office/drawing/2014/main" id="{8C2495A1-61B3-4A2C-A06C-700F6E7E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4386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29</a:t>
            </a:r>
          </a:p>
        </p:txBody>
      </p:sp>
      <p:sp>
        <p:nvSpPr>
          <p:cNvPr id="140" name="rect-404">
            <a:extLst xmlns:a="http://schemas.openxmlformats.org/drawingml/2006/main">
              <a:ext uri="{FF2B5EF4-FFF2-40B4-BE49-F238E27FC236}">
                <a16:creationId xmlns:a16="http://schemas.microsoft.com/office/drawing/2014/main" id="{C7FAA5D8-CDB8-452F-A1A2-89D819BD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4386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text-405">
            <a:extLst xmlns:a="http://schemas.openxmlformats.org/drawingml/2006/main">
              <a:ext uri="{FF2B5EF4-FFF2-40B4-BE49-F238E27FC236}">
                <a16:creationId xmlns:a16="http://schemas.microsoft.com/office/drawing/2014/main" id="{02C0C0F2-B6A8-45C6-9829-4E4F78F2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4386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30</a:t>
            </a:r>
          </a:p>
        </p:txBody>
      </p:sp>
      <p:sp>
        <p:nvSpPr>
          <p:cNvPr id="142" name="rect-406">
            <a:extLst xmlns:a="http://schemas.openxmlformats.org/drawingml/2006/main">
              <a:ext uri="{FF2B5EF4-FFF2-40B4-BE49-F238E27FC236}">
                <a16:creationId xmlns:a16="http://schemas.microsoft.com/office/drawing/2014/main" id="{CD3CD515-C00A-42EA-AC90-4DC8842B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4386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text-407">
            <a:extLst xmlns:a="http://schemas.openxmlformats.org/drawingml/2006/main">
              <a:ext uri="{FF2B5EF4-FFF2-40B4-BE49-F238E27FC236}">
                <a16:creationId xmlns:a16="http://schemas.microsoft.com/office/drawing/2014/main" id="{4A128556-D64E-46C0-877E-F15347EF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4386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31</a:t>
            </a:r>
          </a:p>
        </p:txBody>
      </p:sp>
      <p:sp>
        <p:nvSpPr>
          <p:cNvPr id="144" name="text-408">
            <a:extLst xmlns:a="http://schemas.openxmlformats.org/drawingml/2006/main">
              <a:ext uri="{FF2B5EF4-FFF2-40B4-BE49-F238E27FC236}">
                <a16:creationId xmlns:a16="http://schemas.microsoft.com/office/drawing/2014/main" id="{A2D31032-BDB3-420F-9461-5A38FADE5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085975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8 月</a:t>
            </a:r>
          </a:p>
        </p:txBody>
      </p:sp>
      <p:sp>
        <p:nvSpPr>
          <p:cNvPr id="145" name="text-409">
            <a:extLst xmlns:a="http://schemas.openxmlformats.org/drawingml/2006/main">
              <a:ext uri="{FF2B5EF4-FFF2-40B4-BE49-F238E27FC236}">
                <a16:creationId xmlns:a16="http://schemas.microsoft.com/office/drawing/2014/main" id="{AB957610-DED2-4306-8F3A-13D992CC7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514600"/>
            <a:ext cx="2114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B66C48"/>
                </a:solidFill>
                <a:latin typeface="PingFang SC"/>
                <a:ea typeface="PingFang SC"/>
                <a:cs typeface="PingFang SC"/>
              </a:rPr>
              <a:t>2 天超标</a:t>
            </a:r>
          </a:p>
        </p:txBody>
      </p:sp>
      <p:sp>
        <p:nvSpPr>
          <p:cNvPr id="146" name="text-410">
            <a:extLst xmlns:a="http://schemas.openxmlformats.org/drawingml/2006/main">
              <a:ext uri="{FF2B5EF4-FFF2-40B4-BE49-F238E27FC236}">
                <a16:creationId xmlns:a16="http://schemas.microsoft.com/office/drawing/2014/main" id="{60294082-B1D8-4A3D-84BC-0AD9FA840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一</a:t>
            </a:r>
          </a:p>
        </p:txBody>
      </p:sp>
      <p:sp>
        <p:nvSpPr>
          <p:cNvPr id="147" name="text-411">
            <a:extLst xmlns:a="http://schemas.openxmlformats.org/drawingml/2006/main">
              <a:ext uri="{FF2B5EF4-FFF2-40B4-BE49-F238E27FC236}">
                <a16:creationId xmlns:a16="http://schemas.microsoft.com/office/drawing/2014/main" id="{9EBC6330-959F-42D1-B0A9-168104E9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二</a:t>
            </a:r>
          </a:p>
        </p:txBody>
      </p:sp>
      <p:sp>
        <p:nvSpPr>
          <p:cNvPr id="148" name="text-412">
            <a:extLst xmlns:a="http://schemas.openxmlformats.org/drawingml/2006/main">
              <a:ext uri="{FF2B5EF4-FFF2-40B4-BE49-F238E27FC236}">
                <a16:creationId xmlns:a16="http://schemas.microsoft.com/office/drawing/2014/main" id="{004353DB-306E-4472-93BD-3C0E9AE1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三</a:t>
            </a:r>
          </a:p>
        </p:txBody>
      </p:sp>
      <p:sp>
        <p:nvSpPr>
          <p:cNvPr id="149" name="text-413">
            <a:extLst xmlns:a="http://schemas.openxmlformats.org/drawingml/2006/main">
              <a:ext uri="{FF2B5EF4-FFF2-40B4-BE49-F238E27FC236}">
                <a16:creationId xmlns:a16="http://schemas.microsoft.com/office/drawing/2014/main" id="{EB98B0E1-2CB4-4A02-AAFF-139A3D17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四</a:t>
            </a:r>
          </a:p>
        </p:txBody>
      </p:sp>
      <p:sp>
        <p:nvSpPr>
          <p:cNvPr id="150" name="text-414">
            <a:extLst xmlns:a="http://schemas.openxmlformats.org/drawingml/2006/main">
              <a:ext uri="{FF2B5EF4-FFF2-40B4-BE49-F238E27FC236}">
                <a16:creationId xmlns:a16="http://schemas.microsoft.com/office/drawing/2014/main" id="{A06363F5-A79D-40F6-AB3B-A930C419F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五</a:t>
            </a:r>
          </a:p>
        </p:txBody>
      </p:sp>
      <p:sp>
        <p:nvSpPr>
          <p:cNvPr id="151" name="text-415">
            <a:extLst xmlns:a="http://schemas.openxmlformats.org/drawingml/2006/main">
              <a:ext uri="{FF2B5EF4-FFF2-40B4-BE49-F238E27FC236}">
                <a16:creationId xmlns:a16="http://schemas.microsoft.com/office/drawing/2014/main" id="{56E79797-9358-444F-B854-7BF7B47B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六</a:t>
            </a:r>
          </a:p>
        </p:txBody>
      </p:sp>
      <p:sp>
        <p:nvSpPr>
          <p:cNvPr id="152" name="text-416">
            <a:extLst xmlns:a="http://schemas.openxmlformats.org/drawingml/2006/main">
              <a:ext uri="{FF2B5EF4-FFF2-40B4-BE49-F238E27FC236}">
                <a16:creationId xmlns:a16="http://schemas.microsoft.com/office/drawing/2014/main" id="{DCE5F083-4289-48B7-90A0-1C5D00E9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933700"/>
            <a:ext cx="247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日</a:t>
            </a:r>
          </a:p>
        </p:txBody>
      </p:sp>
      <p:sp>
        <p:nvSpPr>
          <p:cNvPr id="153" name="rect-417">
            <a:extLst xmlns:a="http://schemas.openxmlformats.org/drawingml/2006/main">
              <a:ext uri="{FF2B5EF4-FFF2-40B4-BE49-F238E27FC236}">
                <a16:creationId xmlns:a16="http://schemas.microsoft.com/office/drawing/2014/main" id="{B6871251-3375-4161-B467-D09E588C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2575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text-418">
            <a:extLst xmlns:a="http://schemas.openxmlformats.org/drawingml/2006/main">
              <a:ext uri="{FF2B5EF4-FFF2-40B4-BE49-F238E27FC236}">
                <a16:creationId xmlns:a16="http://schemas.microsoft.com/office/drawing/2014/main" id="{77E3CE27-BC76-47A6-9819-022BDC24F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2575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55" name="rect-419">
            <a:extLst xmlns:a="http://schemas.openxmlformats.org/drawingml/2006/main">
              <a:ext uri="{FF2B5EF4-FFF2-40B4-BE49-F238E27FC236}">
                <a16:creationId xmlns:a16="http://schemas.microsoft.com/office/drawing/2014/main" id="{EDB6ABB4-52AA-4308-A415-8ADD700A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2575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text-420">
            <a:extLst xmlns:a="http://schemas.openxmlformats.org/drawingml/2006/main">
              <a:ext uri="{FF2B5EF4-FFF2-40B4-BE49-F238E27FC236}">
                <a16:creationId xmlns:a16="http://schemas.microsoft.com/office/drawing/2014/main" id="{749C6CED-9F22-4055-A6FA-6CB2B0D4D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2575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57" name="rect-421">
            <a:extLst xmlns:a="http://schemas.openxmlformats.org/drawingml/2006/main">
              <a:ext uri="{FF2B5EF4-FFF2-40B4-BE49-F238E27FC236}">
                <a16:creationId xmlns:a16="http://schemas.microsoft.com/office/drawing/2014/main" id="{668269D5-2196-4EE1-AF2C-A1C40C5E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32575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text-422">
            <a:extLst xmlns:a="http://schemas.openxmlformats.org/drawingml/2006/main">
              <a:ext uri="{FF2B5EF4-FFF2-40B4-BE49-F238E27FC236}">
                <a16:creationId xmlns:a16="http://schemas.microsoft.com/office/drawing/2014/main" id="{DA75AD9C-299F-472A-BC1C-A82F6373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32575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59" name="rect-423">
            <a:extLst xmlns:a="http://schemas.openxmlformats.org/drawingml/2006/main">
              <a:ext uri="{FF2B5EF4-FFF2-40B4-BE49-F238E27FC236}">
                <a16:creationId xmlns:a16="http://schemas.microsoft.com/office/drawing/2014/main" id="{BD7E1BF3-F4EC-4771-8604-6FA5488BC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2575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text-424">
            <a:extLst xmlns:a="http://schemas.openxmlformats.org/drawingml/2006/main">
              <a:ext uri="{FF2B5EF4-FFF2-40B4-BE49-F238E27FC236}">
                <a16:creationId xmlns:a16="http://schemas.microsoft.com/office/drawing/2014/main" id="{9F161991-4536-40E3-842C-7515C7103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2575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161" name="rect-425">
            <a:extLst xmlns:a="http://schemas.openxmlformats.org/drawingml/2006/main">
              <a:ext uri="{FF2B5EF4-FFF2-40B4-BE49-F238E27FC236}">
                <a16:creationId xmlns:a16="http://schemas.microsoft.com/office/drawing/2014/main" id="{3FF8CFED-4938-4794-AA68-107C512B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text-426">
            <a:extLst xmlns:a="http://schemas.openxmlformats.org/drawingml/2006/main">
              <a:ext uri="{FF2B5EF4-FFF2-40B4-BE49-F238E27FC236}">
                <a16:creationId xmlns:a16="http://schemas.microsoft.com/office/drawing/2014/main" id="{B541DE92-D3BD-4BFE-8469-0CE16C33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163" name="rect-427">
            <a:extLst xmlns:a="http://schemas.openxmlformats.org/drawingml/2006/main">
              <a:ext uri="{FF2B5EF4-FFF2-40B4-BE49-F238E27FC236}">
                <a16:creationId xmlns:a16="http://schemas.microsoft.com/office/drawing/2014/main" id="{85CB738A-6043-4D26-AE4D-D4065EDE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text-428">
            <a:extLst xmlns:a="http://schemas.openxmlformats.org/drawingml/2006/main">
              <a:ext uri="{FF2B5EF4-FFF2-40B4-BE49-F238E27FC236}">
                <a16:creationId xmlns:a16="http://schemas.microsoft.com/office/drawing/2014/main" id="{042E9CB6-9FC1-49DF-88EC-4DF39B6B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6</a:t>
            </a:r>
          </a:p>
        </p:txBody>
      </p:sp>
      <p:sp>
        <p:nvSpPr>
          <p:cNvPr id="165" name="rect-429">
            <a:extLst xmlns:a="http://schemas.openxmlformats.org/drawingml/2006/main">
              <a:ext uri="{FF2B5EF4-FFF2-40B4-BE49-F238E27FC236}">
                <a16:creationId xmlns:a16="http://schemas.microsoft.com/office/drawing/2014/main" id="{52508A88-7F4C-43DB-84AC-3D97C7E8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text-430">
            <a:extLst xmlns:a="http://schemas.openxmlformats.org/drawingml/2006/main">
              <a:ext uri="{FF2B5EF4-FFF2-40B4-BE49-F238E27FC236}">
                <a16:creationId xmlns:a16="http://schemas.microsoft.com/office/drawing/2014/main" id="{A08765B7-BCFF-4F2B-8B0B-BBA82C2C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7</a:t>
            </a:r>
          </a:p>
        </p:txBody>
      </p:sp>
      <p:sp>
        <p:nvSpPr>
          <p:cNvPr id="167" name="rect-431">
            <a:extLst xmlns:a="http://schemas.openxmlformats.org/drawingml/2006/main">
              <a:ext uri="{FF2B5EF4-FFF2-40B4-BE49-F238E27FC236}">
                <a16:creationId xmlns:a16="http://schemas.microsoft.com/office/drawing/2014/main" id="{B3A97BE5-CD6C-4234-8ABC-4FEFE491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text-432">
            <a:extLst xmlns:a="http://schemas.openxmlformats.org/drawingml/2006/main">
              <a:ext uri="{FF2B5EF4-FFF2-40B4-BE49-F238E27FC236}">
                <a16:creationId xmlns:a16="http://schemas.microsoft.com/office/drawing/2014/main" id="{6E6E6AB2-CCB4-4E40-96B0-C3B34332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8</a:t>
            </a:r>
          </a:p>
        </p:txBody>
      </p:sp>
      <p:sp>
        <p:nvSpPr>
          <p:cNvPr id="169" name="rect-433">
            <a:extLst xmlns:a="http://schemas.openxmlformats.org/drawingml/2006/main">
              <a:ext uri="{FF2B5EF4-FFF2-40B4-BE49-F238E27FC236}">
                <a16:creationId xmlns:a16="http://schemas.microsoft.com/office/drawing/2014/main" id="{3C825C6B-E279-47BC-8DFC-858E0F26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text-434">
            <a:extLst xmlns:a="http://schemas.openxmlformats.org/drawingml/2006/main">
              <a:ext uri="{FF2B5EF4-FFF2-40B4-BE49-F238E27FC236}">
                <a16:creationId xmlns:a16="http://schemas.microsoft.com/office/drawing/2014/main" id="{DBCE1796-2F90-4050-9B68-D1E2DAE7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9</a:t>
            </a:r>
          </a:p>
        </p:txBody>
      </p:sp>
      <p:sp>
        <p:nvSpPr>
          <p:cNvPr id="171" name="rect-435">
            <a:extLst xmlns:a="http://schemas.openxmlformats.org/drawingml/2006/main">
              <a:ext uri="{FF2B5EF4-FFF2-40B4-BE49-F238E27FC236}">
                <a16:creationId xmlns:a16="http://schemas.microsoft.com/office/drawing/2014/main" id="{A5E30FFC-6925-41FE-A2F7-6B13082A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text-436">
            <a:extLst xmlns:a="http://schemas.openxmlformats.org/drawingml/2006/main">
              <a:ext uri="{FF2B5EF4-FFF2-40B4-BE49-F238E27FC236}">
                <a16:creationId xmlns:a16="http://schemas.microsoft.com/office/drawing/2014/main" id="{C398CE30-DFE1-4D03-A129-A01AC174A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173" name="rect-437">
            <a:extLst xmlns:a="http://schemas.openxmlformats.org/drawingml/2006/main">
              <a:ext uri="{FF2B5EF4-FFF2-40B4-BE49-F238E27FC236}">
                <a16:creationId xmlns:a16="http://schemas.microsoft.com/office/drawing/2014/main" id="{8F9CB5F2-EEC2-42F7-BEAE-A4A92632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55282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text-438">
            <a:extLst xmlns:a="http://schemas.openxmlformats.org/drawingml/2006/main">
              <a:ext uri="{FF2B5EF4-FFF2-40B4-BE49-F238E27FC236}">
                <a16:creationId xmlns:a16="http://schemas.microsoft.com/office/drawing/2014/main" id="{F96EC285-5CA8-483E-B84B-5545AEEE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552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175" name="rect-439">
            <a:extLst xmlns:a="http://schemas.openxmlformats.org/drawingml/2006/main">
              <a:ext uri="{FF2B5EF4-FFF2-40B4-BE49-F238E27FC236}">
                <a16:creationId xmlns:a16="http://schemas.microsoft.com/office/drawing/2014/main" id="{CED8B179-4335-41B0-8C33-BD9E8D69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text-440">
            <a:extLst xmlns:a="http://schemas.openxmlformats.org/drawingml/2006/main">
              <a:ext uri="{FF2B5EF4-FFF2-40B4-BE49-F238E27FC236}">
                <a16:creationId xmlns:a16="http://schemas.microsoft.com/office/drawing/2014/main" id="{D4B14C6F-E477-4C3A-A209-8872D0FD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177" name="rect-441">
            <a:extLst xmlns:a="http://schemas.openxmlformats.org/drawingml/2006/main">
              <a:ext uri="{FF2B5EF4-FFF2-40B4-BE49-F238E27FC236}">
                <a16:creationId xmlns:a16="http://schemas.microsoft.com/office/drawing/2014/main" id="{69AAB763-2B31-46FD-9348-8BE2EE8A2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text-442">
            <a:extLst xmlns:a="http://schemas.openxmlformats.org/drawingml/2006/main">
              <a:ext uri="{FF2B5EF4-FFF2-40B4-BE49-F238E27FC236}">
                <a16:creationId xmlns:a16="http://schemas.microsoft.com/office/drawing/2014/main" id="{B5FA20EF-C0E1-49C1-9427-FD1B42E3B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179" name="rect-443">
            <a:extLst xmlns:a="http://schemas.openxmlformats.org/drawingml/2006/main">
              <a:ext uri="{FF2B5EF4-FFF2-40B4-BE49-F238E27FC236}">
                <a16:creationId xmlns:a16="http://schemas.microsoft.com/office/drawing/2014/main" id="{D06163B1-A260-4611-AFCC-CA55288BA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text-444">
            <a:extLst xmlns:a="http://schemas.openxmlformats.org/drawingml/2006/main">
              <a:ext uri="{FF2B5EF4-FFF2-40B4-BE49-F238E27FC236}">
                <a16:creationId xmlns:a16="http://schemas.microsoft.com/office/drawing/2014/main" id="{FD7BC039-BC9B-4322-9907-92ECB4AA2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sp>
        <p:nvSpPr>
          <p:cNvPr id="181" name="rect-445">
            <a:extLst xmlns:a="http://schemas.openxmlformats.org/drawingml/2006/main">
              <a:ext uri="{FF2B5EF4-FFF2-40B4-BE49-F238E27FC236}">
                <a16:creationId xmlns:a16="http://schemas.microsoft.com/office/drawing/2014/main" id="{7348F662-6DED-479F-BC66-A9EDF4C6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text-446">
            <a:extLst xmlns:a="http://schemas.openxmlformats.org/drawingml/2006/main">
              <a:ext uri="{FF2B5EF4-FFF2-40B4-BE49-F238E27FC236}">
                <a16:creationId xmlns:a16="http://schemas.microsoft.com/office/drawing/2014/main" id="{75C50D64-DE42-424C-9F23-A58360A96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  <p:sp>
        <p:nvSpPr>
          <p:cNvPr id="183" name="rect-447">
            <a:extLst xmlns:a="http://schemas.openxmlformats.org/drawingml/2006/main">
              <a:ext uri="{FF2B5EF4-FFF2-40B4-BE49-F238E27FC236}">
                <a16:creationId xmlns:a16="http://schemas.microsoft.com/office/drawing/2014/main" id="{D00F268D-29B3-406E-B8D0-AE703AA2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text-448">
            <a:extLst xmlns:a="http://schemas.openxmlformats.org/drawingml/2006/main">
              <a:ext uri="{FF2B5EF4-FFF2-40B4-BE49-F238E27FC236}">
                <a16:creationId xmlns:a16="http://schemas.microsoft.com/office/drawing/2014/main" id="{FC0E7D14-EC90-4965-9F01-3153684ED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  <p:sp>
        <p:nvSpPr>
          <p:cNvPr id="185" name="rect-449">
            <a:extLst xmlns:a="http://schemas.openxmlformats.org/drawingml/2006/main">
              <a:ext uri="{FF2B5EF4-FFF2-40B4-BE49-F238E27FC236}">
                <a16:creationId xmlns:a16="http://schemas.microsoft.com/office/drawing/2014/main" id="{686FA89E-650D-4950-920E-CC8D49F33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ADB8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text-450">
            <a:extLst xmlns:a="http://schemas.openxmlformats.org/drawingml/2006/main">
              <a:ext uri="{FF2B5EF4-FFF2-40B4-BE49-F238E27FC236}">
                <a16:creationId xmlns:a16="http://schemas.microsoft.com/office/drawing/2014/main" id="{1209FCA6-6E85-4841-A71E-AB9D1E98A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17</a:t>
            </a:r>
          </a:p>
        </p:txBody>
      </p:sp>
      <p:sp>
        <p:nvSpPr>
          <p:cNvPr id="187" name="rect-451">
            <a:extLst xmlns:a="http://schemas.openxmlformats.org/drawingml/2006/main">
              <a:ext uri="{FF2B5EF4-FFF2-40B4-BE49-F238E27FC236}">
                <a16:creationId xmlns:a16="http://schemas.microsoft.com/office/drawing/2014/main" id="{DEE15396-57B5-4300-89A5-7344CDF3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84810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text-452">
            <a:extLst xmlns:a="http://schemas.openxmlformats.org/drawingml/2006/main">
              <a:ext uri="{FF2B5EF4-FFF2-40B4-BE49-F238E27FC236}">
                <a16:creationId xmlns:a16="http://schemas.microsoft.com/office/drawing/2014/main" id="{5EA0DC03-8F1E-40CC-8E9F-5515CB26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8481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18</a:t>
            </a:r>
          </a:p>
        </p:txBody>
      </p:sp>
      <p:sp>
        <p:nvSpPr>
          <p:cNvPr id="189" name="rect-453">
            <a:extLst xmlns:a="http://schemas.openxmlformats.org/drawingml/2006/main">
              <a:ext uri="{FF2B5EF4-FFF2-40B4-BE49-F238E27FC236}">
                <a16:creationId xmlns:a16="http://schemas.microsoft.com/office/drawing/2014/main" id="{739D623B-4F95-412C-9DFA-83F18530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text-454">
            <a:extLst xmlns:a="http://schemas.openxmlformats.org/drawingml/2006/main">
              <a:ext uri="{FF2B5EF4-FFF2-40B4-BE49-F238E27FC236}">
                <a16:creationId xmlns:a16="http://schemas.microsoft.com/office/drawing/2014/main" id="{33A81786-DCBB-48A6-9FF9-8204E5D21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19</a:t>
            </a:r>
          </a:p>
        </p:txBody>
      </p:sp>
      <p:sp>
        <p:nvSpPr>
          <p:cNvPr id="191" name="rect-455">
            <a:extLst xmlns:a="http://schemas.openxmlformats.org/drawingml/2006/main">
              <a:ext uri="{FF2B5EF4-FFF2-40B4-BE49-F238E27FC236}">
                <a16:creationId xmlns:a16="http://schemas.microsoft.com/office/drawing/2014/main" id="{351367CE-6418-44A4-9391-99F643FB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text-456">
            <a:extLst xmlns:a="http://schemas.openxmlformats.org/drawingml/2006/main">
              <a:ext uri="{FF2B5EF4-FFF2-40B4-BE49-F238E27FC236}">
                <a16:creationId xmlns:a16="http://schemas.microsoft.com/office/drawing/2014/main" id="{F4575222-2284-48C4-8094-2671111E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20</a:t>
            </a:r>
          </a:p>
        </p:txBody>
      </p:sp>
      <p:sp>
        <p:nvSpPr>
          <p:cNvPr id="193" name="rect-457">
            <a:extLst xmlns:a="http://schemas.openxmlformats.org/drawingml/2006/main">
              <a:ext uri="{FF2B5EF4-FFF2-40B4-BE49-F238E27FC236}">
                <a16:creationId xmlns:a16="http://schemas.microsoft.com/office/drawing/2014/main" id="{8C3DA35B-76C8-4698-BC76-651D327A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text-458">
            <a:extLst xmlns:a="http://schemas.openxmlformats.org/drawingml/2006/main">
              <a:ext uri="{FF2B5EF4-FFF2-40B4-BE49-F238E27FC236}">
                <a16:creationId xmlns:a16="http://schemas.microsoft.com/office/drawing/2014/main" id="{A681FCA4-143F-453D-8F00-06E771DE6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21</a:t>
            </a:r>
          </a:p>
        </p:txBody>
      </p:sp>
      <p:sp>
        <p:nvSpPr>
          <p:cNvPr id="195" name="rect-459">
            <a:extLst xmlns:a="http://schemas.openxmlformats.org/drawingml/2006/main">
              <a:ext uri="{FF2B5EF4-FFF2-40B4-BE49-F238E27FC236}">
                <a16:creationId xmlns:a16="http://schemas.microsoft.com/office/drawing/2014/main" id="{043761B8-05C5-4F6B-93A8-BFBBA046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text-460">
            <a:extLst xmlns:a="http://schemas.openxmlformats.org/drawingml/2006/main">
              <a:ext uri="{FF2B5EF4-FFF2-40B4-BE49-F238E27FC236}">
                <a16:creationId xmlns:a16="http://schemas.microsoft.com/office/drawing/2014/main" id="{8920751F-24F2-4520-A32B-BEFE091A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22</a:t>
            </a:r>
          </a:p>
        </p:txBody>
      </p:sp>
      <p:sp>
        <p:nvSpPr>
          <p:cNvPr id="197" name="rect-461">
            <a:extLst xmlns:a="http://schemas.openxmlformats.org/drawingml/2006/main">
              <a:ext uri="{FF2B5EF4-FFF2-40B4-BE49-F238E27FC236}">
                <a16:creationId xmlns:a16="http://schemas.microsoft.com/office/drawing/2014/main" id="{468F5EC1-6826-40EE-97FD-6E584EDB7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text-462">
            <a:extLst xmlns:a="http://schemas.openxmlformats.org/drawingml/2006/main">
              <a:ext uri="{FF2B5EF4-FFF2-40B4-BE49-F238E27FC236}">
                <a16:creationId xmlns:a16="http://schemas.microsoft.com/office/drawing/2014/main" id="{57D71533-023E-4230-9103-EA4CCCE3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23</a:t>
            </a:r>
          </a:p>
        </p:txBody>
      </p:sp>
      <p:sp>
        <p:nvSpPr>
          <p:cNvPr id="199" name="rect-463">
            <a:extLst xmlns:a="http://schemas.openxmlformats.org/drawingml/2006/main">
              <a:ext uri="{FF2B5EF4-FFF2-40B4-BE49-F238E27FC236}">
                <a16:creationId xmlns:a16="http://schemas.microsoft.com/office/drawing/2014/main" id="{4922F5B8-E8DF-49B6-B344-D8C0CCB5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text-464">
            <a:extLst xmlns:a="http://schemas.openxmlformats.org/drawingml/2006/main">
              <a:ext uri="{FF2B5EF4-FFF2-40B4-BE49-F238E27FC236}">
                <a16:creationId xmlns:a16="http://schemas.microsoft.com/office/drawing/2014/main" id="{DB177615-CA0E-4AFE-A2DA-8ED0D76DF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24</a:t>
            </a:r>
          </a:p>
        </p:txBody>
      </p:sp>
      <p:sp>
        <p:nvSpPr>
          <p:cNvPr id="201" name="rect-465">
            <a:extLst xmlns:a="http://schemas.openxmlformats.org/drawingml/2006/main">
              <a:ext uri="{FF2B5EF4-FFF2-40B4-BE49-F238E27FC236}">
                <a16:creationId xmlns:a16="http://schemas.microsoft.com/office/drawing/2014/main" id="{A825952A-199E-48FF-90DC-E3E4E5F8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143375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text-466">
            <a:extLst xmlns:a="http://schemas.openxmlformats.org/drawingml/2006/main">
              <a:ext uri="{FF2B5EF4-FFF2-40B4-BE49-F238E27FC236}">
                <a16:creationId xmlns:a16="http://schemas.microsoft.com/office/drawing/2014/main" id="{CB7BEACA-29BB-47FE-853A-6189110F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143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25</a:t>
            </a:r>
          </a:p>
        </p:txBody>
      </p:sp>
      <p:sp>
        <p:nvSpPr>
          <p:cNvPr id="203" name="rect-467">
            <a:extLst xmlns:a="http://schemas.openxmlformats.org/drawingml/2006/main">
              <a:ext uri="{FF2B5EF4-FFF2-40B4-BE49-F238E27FC236}">
                <a16:creationId xmlns:a16="http://schemas.microsoft.com/office/drawing/2014/main" id="{D46FF359-504D-44DC-9BBA-EE3A6250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4386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text-468">
            <a:extLst xmlns:a="http://schemas.openxmlformats.org/drawingml/2006/main">
              <a:ext uri="{FF2B5EF4-FFF2-40B4-BE49-F238E27FC236}">
                <a16:creationId xmlns:a16="http://schemas.microsoft.com/office/drawing/2014/main" id="{77281669-FA8F-41C4-A762-46C42BA1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4386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26</a:t>
            </a:r>
          </a:p>
        </p:txBody>
      </p:sp>
      <p:sp>
        <p:nvSpPr>
          <p:cNvPr id="205" name="rect-469">
            <a:extLst xmlns:a="http://schemas.openxmlformats.org/drawingml/2006/main">
              <a:ext uri="{FF2B5EF4-FFF2-40B4-BE49-F238E27FC236}">
                <a16:creationId xmlns:a16="http://schemas.microsoft.com/office/drawing/2014/main" id="{09FD8C91-EB8C-4FEA-B4F9-C50B91A7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44386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text-470">
            <a:extLst xmlns:a="http://schemas.openxmlformats.org/drawingml/2006/main">
              <a:ext uri="{FF2B5EF4-FFF2-40B4-BE49-F238E27FC236}">
                <a16:creationId xmlns:a16="http://schemas.microsoft.com/office/drawing/2014/main" id="{5575A1A6-5563-4D08-9284-5F544331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44386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27</a:t>
            </a:r>
          </a:p>
        </p:txBody>
      </p:sp>
      <p:sp>
        <p:nvSpPr>
          <p:cNvPr id="207" name="rect-471">
            <a:extLst xmlns:a="http://schemas.openxmlformats.org/drawingml/2006/main">
              <a:ext uri="{FF2B5EF4-FFF2-40B4-BE49-F238E27FC236}">
                <a16:creationId xmlns:a16="http://schemas.microsoft.com/office/drawing/2014/main" id="{522137D3-46F2-4A04-9824-9A11557B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4386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text-472">
            <a:extLst xmlns:a="http://schemas.openxmlformats.org/drawingml/2006/main">
              <a:ext uri="{FF2B5EF4-FFF2-40B4-BE49-F238E27FC236}">
                <a16:creationId xmlns:a16="http://schemas.microsoft.com/office/drawing/2014/main" id="{D664B0C5-E5C3-476D-B055-CD0DA951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4386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28</a:t>
            </a:r>
          </a:p>
        </p:txBody>
      </p:sp>
      <p:sp>
        <p:nvSpPr>
          <p:cNvPr id="209" name="rect-473">
            <a:extLst xmlns:a="http://schemas.openxmlformats.org/drawingml/2006/main">
              <a:ext uri="{FF2B5EF4-FFF2-40B4-BE49-F238E27FC236}">
                <a16:creationId xmlns:a16="http://schemas.microsoft.com/office/drawing/2014/main" id="{7CE534B2-43BB-4C47-B9EC-5ECA75D48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44386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text-474">
            <a:extLst xmlns:a="http://schemas.openxmlformats.org/drawingml/2006/main">
              <a:ext uri="{FF2B5EF4-FFF2-40B4-BE49-F238E27FC236}">
                <a16:creationId xmlns:a16="http://schemas.microsoft.com/office/drawing/2014/main" id="{FAEBA806-DC63-49B9-AA6A-35BA06416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44386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29</a:t>
            </a:r>
          </a:p>
        </p:txBody>
      </p:sp>
      <p:sp>
        <p:nvSpPr>
          <p:cNvPr id="211" name="rect-475">
            <a:extLst xmlns:a="http://schemas.openxmlformats.org/drawingml/2006/main">
              <a:ext uri="{FF2B5EF4-FFF2-40B4-BE49-F238E27FC236}">
                <a16:creationId xmlns:a16="http://schemas.microsoft.com/office/drawing/2014/main" id="{5AF5B40F-5A16-4F76-B3B5-0F235FACC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4386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text-476">
            <a:extLst xmlns:a="http://schemas.openxmlformats.org/drawingml/2006/main">
              <a:ext uri="{FF2B5EF4-FFF2-40B4-BE49-F238E27FC236}">
                <a16:creationId xmlns:a16="http://schemas.microsoft.com/office/drawing/2014/main" id="{B8EA6448-D238-4623-980D-E7F4E2D38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4386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30</a:t>
            </a:r>
          </a:p>
        </p:txBody>
      </p:sp>
      <p:sp>
        <p:nvSpPr>
          <p:cNvPr id="213" name="rect-477">
            <a:extLst xmlns:a="http://schemas.openxmlformats.org/drawingml/2006/main">
              <a:ext uri="{FF2B5EF4-FFF2-40B4-BE49-F238E27FC236}">
                <a16:creationId xmlns:a16="http://schemas.microsoft.com/office/drawing/2014/main" id="{5A0948FB-3AB2-47AE-9493-6B53B2756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438650"/>
            <a:ext cx="247650" cy="2476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ADB8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text-478">
            <a:extLst xmlns:a="http://schemas.openxmlformats.org/drawingml/2006/main">
              <a:ext uri="{FF2B5EF4-FFF2-40B4-BE49-F238E27FC236}">
                <a16:creationId xmlns:a16="http://schemas.microsoft.com/office/drawing/2014/main" id="{397982E9-FEA5-4853-912C-326A3B4E1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4386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31</a:t>
            </a:r>
          </a:p>
        </p:txBody>
      </p:sp>
      <p:sp>
        <p:nvSpPr>
          <p:cNvPr id="215" name="text-479">
            <a:extLst xmlns:a="http://schemas.openxmlformats.org/drawingml/2006/main">
              <a:ext uri="{FF2B5EF4-FFF2-40B4-BE49-F238E27FC236}">
                <a16:creationId xmlns:a16="http://schemas.microsoft.com/office/drawing/2014/main" id="{67F98251-A401-44A4-B65D-A043A4DFB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209800"/>
            <a:ext cx="2571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585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585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585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585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585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585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585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585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585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585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5850" b="1">
                <a:solidFill>
                  <a:srgbClr val="B66C48"/>
                </a:solidFill>
                <a:latin typeface="PingFang SC"/>
                <a:ea typeface="PingFang SC"/>
                <a:cs typeface="PingFang SC"/>
              </a:defRPr>
            </a:pPr>
            <a:r>
              <a:rPr sz="5850" b="1">
                <a:solidFill>
                  <a:srgbClr val="B66C48"/>
                </a:solidFill>
                <a:latin typeface="PingFang SC"/>
                <a:ea typeface="PingFang SC"/>
                <a:cs typeface="PingFang SC"/>
              </a:rPr>
              <a:t>33</a:t>
            </a:r>
          </a:p>
        </p:txBody>
      </p:sp>
      <p:sp>
        <p:nvSpPr>
          <p:cNvPr id="216" name="text-480">
            <a:extLst xmlns:a="http://schemas.openxmlformats.org/drawingml/2006/main">
              <a:ext uri="{FF2B5EF4-FFF2-40B4-BE49-F238E27FC236}">
                <a16:creationId xmlns:a16="http://schemas.microsoft.com/office/drawing/2014/main" id="{0DFC5BA4-97A6-4A50-BCD9-575EBE56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33725"/>
            <a:ext cx="3143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7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7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7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7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7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7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7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7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7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个超标日 / 89 个有效日</a:t>
            </a:r>
          </a:p>
        </p:txBody>
      </p:sp>
      <p:sp>
        <p:nvSpPr>
          <p:cNvPr id="217" name="text-481">
            <a:extLst xmlns:a="http://schemas.openxmlformats.org/drawingml/2006/main">
              <a:ext uri="{FF2B5EF4-FFF2-40B4-BE49-F238E27FC236}">
                <a16:creationId xmlns:a16="http://schemas.microsoft.com/office/drawing/2014/main" id="{D2705F2D-C154-485F-9836-A764C3D5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0"/>
            <a:ext cx="2714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32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32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32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32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32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32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32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32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32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32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32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37.08%</a:t>
            </a:r>
          </a:p>
        </p:txBody>
      </p:sp>
      <p:sp>
        <p:nvSpPr>
          <p:cNvPr id="218" name="text-482">
            <a:extLst xmlns:a="http://schemas.openxmlformats.org/drawingml/2006/main">
              <a:ext uri="{FF2B5EF4-FFF2-40B4-BE49-F238E27FC236}">
                <a16:creationId xmlns:a16="http://schemas.microsoft.com/office/drawing/2014/main" id="{D4394D64-4025-424B-B003-71A9E61B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44817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3 个缺测日不计入分母</a:t>
            </a:r>
          </a:p>
        </p:txBody>
      </p:sp>
      <p:sp>
        <p:nvSpPr>
          <p:cNvPr id="219" name="rect-483">
            <a:extLst xmlns:a="http://schemas.openxmlformats.org/drawingml/2006/main">
              <a:ext uri="{FF2B5EF4-FFF2-40B4-BE49-F238E27FC236}">
                <a16:creationId xmlns:a16="http://schemas.microsoft.com/office/drawing/2014/main" id="{19EAA05B-AEB3-4C11-8900-41322E5D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0"/>
            <a:ext cx="161925" cy="161925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B6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text-484">
            <a:extLst xmlns:a="http://schemas.openxmlformats.org/drawingml/2006/main">
              <a:ext uri="{FF2B5EF4-FFF2-40B4-BE49-F238E27FC236}">
                <a16:creationId xmlns:a16="http://schemas.microsoft.com/office/drawing/2014/main" id="{1C350E26-1C0C-4CB0-9A1A-2B92BA2C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857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超标 &gt;160</a:t>
            </a:r>
          </a:p>
        </p:txBody>
      </p:sp>
      <p:sp>
        <p:nvSpPr>
          <p:cNvPr id="221" name="rect-485">
            <a:extLst xmlns:a="http://schemas.openxmlformats.org/drawingml/2006/main">
              <a:ext uri="{FF2B5EF4-FFF2-40B4-BE49-F238E27FC236}">
                <a16:creationId xmlns:a16="http://schemas.microsoft.com/office/drawing/2014/main" id="{89F3CDEE-E773-4712-A042-1D65B8674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953000"/>
            <a:ext cx="161925" cy="161925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7E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text-486">
            <a:extLst xmlns:a="http://schemas.openxmlformats.org/drawingml/2006/main">
              <a:ext uri="{FF2B5EF4-FFF2-40B4-BE49-F238E27FC236}">
                <a16:creationId xmlns:a16="http://schemas.microsoft.com/office/drawing/2014/main" id="{5B2A16EE-3F33-4AA3-94C2-1D6DEEBB5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57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未超标</a:t>
            </a:r>
          </a:p>
        </p:txBody>
      </p:sp>
      <p:sp>
        <p:nvSpPr>
          <p:cNvPr id="223" name="rect-487">
            <a:extLst xmlns:a="http://schemas.openxmlformats.org/drawingml/2006/main">
              <a:ext uri="{FF2B5EF4-FFF2-40B4-BE49-F238E27FC236}">
                <a16:creationId xmlns:a16="http://schemas.microsoft.com/office/drawing/2014/main" id="{6559E973-3AB1-4DD9-9816-1EA30875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953000"/>
            <a:ext cx="161925" cy="161925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ADB8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text-488">
            <a:extLst xmlns:a="http://schemas.openxmlformats.org/drawingml/2006/main">
              <a:ext uri="{FF2B5EF4-FFF2-40B4-BE49-F238E27FC236}">
                <a16:creationId xmlns:a16="http://schemas.microsoft.com/office/drawing/2014/main" id="{32253F23-41B2-461D-B959-B561FD8A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857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缺测</a:t>
            </a:r>
          </a:p>
        </p:txBody>
      </p:sp>
      <p:sp>
        <p:nvSpPr>
          <p:cNvPr id="225" name="rect-489">
            <a:extLst xmlns:a="http://schemas.openxmlformats.org/drawingml/2006/main">
              <a:ext uri="{FF2B5EF4-FFF2-40B4-BE49-F238E27FC236}">
                <a16:creationId xmlns:a16="http://schemas.microsoft.com/office/drawing/2014/main" id="{5E088846-D560-4163-B24F-9790B20A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486400"/>
            <a:ext cx="10944225" cy="70485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153D3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text-490">
            <a:extLst xmlns:a="http://schemas.openxmlformats.org/drawingml/2006/main">
              <a:ext uri="{FF2B5EF4-FFF2-40B4-BE49-F238E27FC236}">
                <a16:creationId xmlns:a16="http://schemas.microsoft.com/office/drawing/2014/main" id="{173F0707-519C-4B19-A41A-D2EF4271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0070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以数据支持精准治污，践行“绿水青山就是金山银山”，让青年科技力量服务美丽中国。</a:t>
            </a:r>
          </a:p>
        </p:txBody>
      </p:sp>
      <p:sp>
        <p:nvSpPr>
          <p:cNvPr id="227" name="text-491">
            <a:extLst xmlns:a="http://schemas.openxmlformats.org/drawingml/2006/main">
              <a:ext uri="{FF2B5EF4-FFF2-40B4-BE49-F238E27FC236}">
                <a16:creationId xmlns:a16="http://schemas.microsoft.com/office/drawing/2014/main" id="{04EB0DCD-79F4-4838-91DB-18155072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72225"/>
            <a:ext cx="1091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绿色发展理念随业务结果呈现：先找出重点时段，再支持监测复核和持续改善。</a:t>
            </a:r>
          </a:p>
        </p:txBody>
      </p:sp>
    </p:spTree>
    <p:extLst>
      <p:ext uri="{BB962C8B-B14F-4D97-AF65-F5344CB8AC3E}">
        <p14:creationId xmlns:p14="http://schemas.microsoft.com/office/powerpoint/2010/main" val="16242311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492">
            <a:extLst xmlns:a="http://schemas.openxmlformats.org/drawingml/2006/main">
              <a:ext uri="{FF2B5EF4-FFF2-40B4-BE49-F238E27FC236}">
                <a16:creationId xmlns:a16="http://schemas.microsoft.com/office/drawing/2014/main" id="{38DA0291-7EBF-47A2-9E3D-A186230B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连续追问与多指标比较，沿用真实上下文</a:t>
            </a:r>
          </a:p>
        </p:txBody>
      </p:sp>
      <p:sp>
        <p:nvSpPr>
          <p:cNvPr id="2" name="rect-493">
            <a:extLst xmlns:a="http://schemas.openxmlformats.org/drawingml/2006/main">
              <a:ext uri="{FF2B5EF4-FFF2-40B4-BE49-F238E27FC236}">
                <a16:creationId xmlns:a16="http://schemas.microsoft.com/office/drawing/2014/main" id="{11F90E14-F6BB-4C42-87C4-B142CCB5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9675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494">
            <a:extLst xmlns:a="http://schemas.openxmlformats.org/drawingml/2006/main">
              <a:ext uri="{FF2B5EF4-FFF2-40B4-BE49-F238E27FC236}">
                <a16:creationId xmlns:a16="http://schemas.microsoft.com/office/drawing/2014/main" id="{5AFA762B-8A65-436E-9370-0BE8ED9C9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1093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同一组城市可以继续分析；一个问题也可以发起多次工具调用。</a:t>
            </a:r>
          </a:p>
        </p:txBody>
      </p:sp>
      <p:sp>
        <p:nvSpPr>
          <p:cNvPr id="4" name="text-495">
            <a:extLst xmlns:a="http://schemas.openxmlformats.org/drawingml/2006/main">
              <a:ext uri="{FF2B5EF4-FFF2-40B4-BE49-F238E27FC236}">
                <a16:creationId xmlns:a16="http://schemas.microsoft.com/office/drawing/2014/main" id="{2769C55A-78A1-4CF8-AEE8-7310AAB5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762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多轮追问</a:t>
            </a:r>
          </a:p>
        </p:txBody>
      </p:sp>
      <p:sp>
        <p:nvSpPr>
          <p:cNvPr id="5" name="rect-496">
            <a:extLst xmlns:a="http://schemas.openxmlformats.org/drawingml/2006/main">
              <a:ext uri="{FF2B5EF4-FFF2-40B4-BE49-F238E27FC236}">
                <a16:creationId xmlns:a16="http://schemas.microsoft.com/office/drawing/2014/main" id="{6BBC83A0-859C-4322-9F00-86814F574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4791075" cy="742950"/>
          </a:xfrm>
          <a:prstGeom xmlns:a="http://schemas.openxmlformats.org/drawingml/2006/main" prst="roundRect">
            <a:avLst>
              <a:gd name="adj" fmla="val 6410"/>
            </a:avLst>
          </a:prstGeom>
          <a:solidFill xmlns:a="http://schemas.openxmlformats.org/drawingml/2006/main">
            <a:srgbClr val="E9F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497">
            <a:extLst xmlns:a="http://schemas.openxmlformats.org/drawingml/2006/main">
              <a:ext uri="{FF2B5EF4-FFF2-40B4-BE49-F238E27FC236}">
                <a16:creationId xmlns:a16="http://schemas.microsoft.com/office/drawing/2014/main" id="{7231D5F7-BA88-4B7D-AF41-B2447F3C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57475"/>
            <a:ext cx="44481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“再看这几个城市的 PM10 超标情况”</a:t>
            </a:r>
          </a:p>
        </p:txBody>
      </p:sp>
      <p:sp>
        <p:nvSpPr>
          <p:cNvPr id="7" name="text-498">
            <a:extLst xmlns:a="http://schemas.openxmlformats.org/drawingml/2006/main">
              <a:ext uri="{FF2B5EF4-FFF2-40B4-BE49-F238E27FC236}">
                <a16:creationId xmlns:a16="http://schemas.microsoft.com/office/drawing/2014/main" id="{FE1925D6-F15E-4583-B838-DD28BA74B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4810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继承上轮 Top 5 城市与 2024 年条件</a:t>
            </a:r>
          </a:p>
        </p:txBody>
      </p:sp>
      <p:sp>
        <p:nvSpPr>
          <p:cNvPr id="8" name="text-499">
            <a:extLst xmlns:a="http://schemas.openxmlformats.org/drawingml/2006/main">
              <a:ext uri="{FF2B5EF4-FFF2-40B4-BE49-F238E27FC236}">
                <a16:creationId xmlns:a16="http://schemas.microsoft.com/office/drawing/2014/main" id="{16A247EC-8860-4DC6-BDD6-8197F893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62425"/>
            <a:ext cx="48101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6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6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6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6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6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6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6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6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6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675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3675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624 / 1,802</a:t>
            </a:r>
          </a:p>
        </p:txBody>
      </p:sp>
      <p:sp>
        <p:nvSpPr>
          <p:cNvPr id="9" name="text-500">
            <a:extLst xmlns:a="http://schemas.openxmlformats.org/drawingml/2006/main">
              <a:ext uri="{FF2B5EF4-FFF2-40B4-BE49-F238E27FC236}">
                <a16:creationId xmlns:a16="http://schemas.microsoft.com/office/drawing/2014/main" id="{17CEF0FE-23F7-4858-B5BE-DC0446BA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387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超标城市日 / 有效城市日</a:t>
            </a:r>
          </a:p>
        </p:txBody>
      </p:sp>
      <p:sp>
        <p:nvSpPr>
          <p:cNvPr id="10" name="text-501">
            <a:extLst xmlns:a="http://schemas.openxmlformats.org/drawingml/2006/main">
              <a:ext uri="{FF2B5EF4-FFF2-40B4-BE49-F238E27FC236}">
                <a16:creationId xmlns:a16="http://schemas.microsoft.com/office/drawing/2014/main" id="{95760C5C-3F61-4BD5-BE62-E399951C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248275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8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8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8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8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8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8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8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8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8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34.63%</a:t>
            </a:r>
          </a:p>
        </p:txBody>
      </p:sp>
      <p:sp>
        <p:nvSpPr>
          <p:cNvPr id="11" name="path-502">
            <a:extLst xmlns:a="http://schemas.openxmlformats.org/drawingml/2006/main">
              <a:ext uri="{FF2B5EF4-FFF2-40B4-BE49-F238E27FC236}">
                <a16:creationId xmlns:a16="http://schemas.microsoft.com/office/drawing/2014/main" id="{506A1137-3753-411E-AD1B-F77B4F00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133600"/>
            <a:ext cx="9525" cy="3752850"/>
          </a:xfrm>
          <a:custGeom xmlns:a="http://schemas.openxmlformats.org/drawingml/2006/main">
            <a:pathLst>
              <a:path w="9525" h="3752850">
                <a:moveTo>
                  <a:pt x="0" y="0"/>
                </a:moveTo>
                <a:lnTo>
                  <a:pt x="0" y="375285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D5DED5"/>
            </a:solidFill>
            <a:prstDash val="solid"/>
          </a:ln>
        </p:spPr>
      </p:sp>
      <p:sp>
        <p:nvSpPr>
          <p:cNvPr id="12" name="text-503">
            <a:extLst xmlns:a="http://schemas.openxmlformats.org/drawingml/2006/main">
              <a:ext uri="{FF2B5EF4-FFF2-40B4-BE49-F238E27FC236}">
                <a16:creationId xmlns:a16="http://schemas.microsoft.com/office/drawing/2014/main" id="{524B6E4B-74D1-4FDA-AC72-2A095A591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51339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一次问题，两个污染物结果</a:t>
            </a:r>
          </a:p>
        </p:txBody>
      </p:sp>
      <p:sp>
        <p:nvSpPr>
          <p:cNvPr id="13" name="text-504">
            <a:extLst xmlns:a="http://schemas.openxmlformats.org/drawingml/2006/main">
              <a:ext uri="{FF2B5EF4-FFF2-40B4-BE49-F238E27FC236}">
                <a16:creationId xmlns:a16="http://schemas.microsoft.com/office/drawing/2014/main" id="{F00DA4E6-2E9A-4AD6-81C7-097F53C57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514600"/>
            <a:ext cx="5133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北京与上海 · 2024 年夏季</a:t>
            </a:r>
          </a:p>
        </p:txBody>
      </p:sp>
      <p:graphicFrame>
        <p:nvGraphicFrame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CFB834-E3FA-4D2C-903B-EC9461B358BD}"/>
              </a:ext>
            </a:extLst>
          </p:cNvPr>
          <p:cNvGraphicFramePr/>
          <p:nvPr/>
        </p:nvGraphicFramePr>
        <p:xfrm>
          <a:off xmlns:a="http://schemas.openxmlformats.org/drawingml/2006/main" x="6362700" y="3076575"/>
          <a:ext xmlns:a="http://schemas.openxmlformats.org/drawingml/2006/main" cx="5105400" cy="2266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1428750"/>
                <a:gridCol w="2152650"/>
              </a:tblGrid>
              <a:tr h="45339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FFFEF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指标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5DED5"/>
                      </a:solidFill>
                      <a:prstDash val="solid"/>
                    </a:lnL>
                    <a:lnR w="5715">
                      <a:solidFill>
                        <a:srgbClr val="D5DED5"/>
                      </a:solidFill>
                      <a:prstDash val="solid"/>
                    </a:lnR>
                    <a:lnT w="5715">
                      <a:solidFill>
                        <a:srgbClr val="D5DED5"/>
                      </a:solidFill>
                      <a:prstDash val="solid"/>
                    </a:lnT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153D3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EF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城市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T w="5715">
                      <a:solidFill>
                        <a:srgbClr val="D5DED5"/>
                      </a:solidFill>
                      <a:prstDash val="solid"/>
                    </a:lnT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153D3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EF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超标/有效日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T w="5715">
                      <a:solidFill>
                        <a:srgbClr val="D5DED5"/>
                      </a:solidFill>
                      <a:prstDash val="solid"/>
                    </a:lnT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153D34"/>
                    </a:solidFill>
                  </a:tcPr>
                </a:tc>
              </a:tr>
              <a:tr h="45339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PM2.5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5DED5"/>
                      </a:solidFill>
                      <a:prstDash val="solid"/>
                    </a:lnL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FFEFA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上海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FFEFA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 / 90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FFEFA"/>
                    </a:solidFill>
                  </a:tcPr>
                </a:tc>
              </a:tr>
              <a:tr h="45339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PM2.5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5DED5"/>
                      </a:solidFill>
                      <a:prstDash val="solid"/>
                    </a:lnL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7F5EE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北京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7F5EE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 / 90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7F5EE"/>
                    </a:solidFill>
                  </a:tcPr>
                </a:tc>
              </a:tr>
              <a:tr h="45339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PM10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5DED5"/>
                      </a:solidFill>
                      <a:prstDash val="solid"/>
                    </a:lnL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FFEFA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北京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FFEFA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 / 90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FFEFA"/>
                    </a:solidFill>
                  </a:tcPr>
                </a:tc>
              </a:tr>
              <a:tr h="45339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PM10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5DED5"/>
                      </a:solidFill>
                      <a:prstDash val="solid"/>
                    </a:lnL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7F5EE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上海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7F5EE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53D34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 / 90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5DED5"/>
                      </a:solidFill>
                      <a:prstDash val="solid"/>
                    </a:lnR>
                    <a:lnB w="5715">
                      <a:solidFill>
                        <a:srgbClr val="D5DED5"/>
                      </a:solidFill>
                      <a:prstDash val="solid"/>
                    </a:lnB>
                    <a:solidFill>
                      <a:srgbClr val="F7F5EE"/>
                    </a:solidFill>
                  </a:tcPr>
                </a:tc>
              </a:tr>
            </a:tbl>
          </a:graphicData>
        </a:graphic>
      </p:graphicFrame>
      <p:sp>
        <p:nvSpPr>
          <p:cNvPr id="15" name="text-505">
            <a:extLst xmlns:a="http://schemas.openxmlformats.org/drawingml/2006/main">
              <a:ext uri="{FF2B5EF4-FFF2-40B4-BE49-F238E27FC236}">
                <a16:creationId xmlns:a16="http://schemas.microsoft.com/office/drawing/2014/main" id="{33B74138-6B0D-448C-834E-8DC0AB43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53075"/>
            <a:ext cx="51054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分别保存图表、表格与报告，结果页签独立切换。</a:t>
            </a:r>
          </a:p>
        </p:txBody>
      </p:sp>
      <p:sp>
        <p:nvSpPr>
          <p:cNvPr id="16" name="text-506">
            <a:extLst xmlns:a="http://schemas.openxmlformats.org/drawingml/2006/main">
              <a:ext uri="{FF2B5EF4-FFF2-40B4-BE49-F238E27FC236}">
                <a16:creationId xmlns:a16="http://schemas.microsoft.com/office/drawing/2014/main" id="{0BDB4D43-26F5-41A6-90A5-627A539D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72225"/>
            <a:ext cx="1091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“这几个城市”由模型结合上轮工具结果解析；多污染物计算仍逐项使用对应的本地统计规则。</a:t>
            </a:r>
          </a:p>
        </p:txBody>
      </p:sp>
    </p:spTree>
    <p:extLst>
      <p:ext uri="{BB962C8B-B14F-4D97-AF65-F5344CB8AC3E}">
        <p14:creationId xmlns:p14="http://schemas.microsoft.com/office/powerpoint/2010/main" val="13756608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507">
            <a:extLst xmlns:a="http://schemas.openxmlformats.org/drawingml/2006/main">
              <a:ext uri="{FF2B5EF4-FFF2-40B4-BE49-F238E27FC236}">
                <a16:creationId xmlns:a16="http://schemas.microsoft.com/office/drawing/2014/main" id="{E7847C59-A0A5-4EB7-8DD5-D6310341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30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模块清晰、测试可复现，项目一键运行</a:t>
            </a:r>
          </a:p>
        </p:txBody>
      </p:sp>
      <p:sp>
        <p:nvSpPr>
          <p:cNvPr id="2" name="rect-508">
            <a:extLst xmlns:a="http://schemas.openxmlformats.org/drawingml/2006/main">
              <a:ext uri="{FF2B5EF4-FFF2-40B4-BE49-F238E27FC236}">
                <a16:creationId xmlns:a16="http://schemas.microsoft.com/office/drawing/2014/main" id="{8E17D9CF-7E99-4763-B2FF-B726F475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9675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509">
            <a:extLst xmlns:a="http://schemas.openxmlformats.org/drawingml/2006/main">
              <a:ext uri="{FF2B5EF4-FFF2-40B4-BE49-F238E27FC236}">
                <a16:creationId xmlns:a16="http://schemas.microsoft.com/office/drawing/2014/main" id="{79996ECD-C7E4-4DDE-B500-D3A83EF31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1093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模块职责、关键注释、运行说明与测试证据共同支撑工程交付。</a:t>
            </a:r>
          </a:p>
        </p:txBody>
      </p:sp>
      <p:sp>
        <p:nvSpPr>
          <p:cNvPr id="4" name="text-510">
            <a:extLst xmlns:a="http://schemas.openxmlformats.org/drawingml/2006/main">
              <a:ext uri="{FF2B5EF4-FFF2-40B4-BE49-F238E27FC236}">
                <a16:creationId xmlns:a16="http://schemas.microsoft.com/office/drawing/2014/main" id="{93F29BB7-29AE-4D3F-B8B8-9CBABD9E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047875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代码职责</a:t>
            </a:r>
          </a:p>
        </p:txBody>
      </p:sp>
      <p:sp>
        <p:nvSpPr>
          <p:cNvPr id="5" name="text-511">
            <a:extLst xmlns:a="http://schemas.openxmlformats.org/drawingml/2006/main">
              <a:ext uri="{FF2B5EF4-FFF2-40B4-BE49-F238E27FC236}">
                <a16:creationId xmlns:a16="http://schemas.microsoft.com/office/drawing/2014/main" id="{E25EA3F6-3C68-41E0-8549-DC200C0F1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llm_agent.py</a:t>
            </a:r>
          </a:p>
        </p:txBody>
      </p:sp>
      <p:sp>
        <p:nvSpPr>
          <p:cNvPr id="6" name="text-512">
            <a:extLst xmlns:a="http://schemas.openxmlformats.org/drawingml/2006/main">
              <a:ext uri="{FF2B5EF4-FFF2-40B4-BE49-F238E27FC236}">
                <a16:creationId xmlns:a16="http://schemas.microsoft.com/office/drawing/2014/main" id="{586B72FD-8B53-4396-B753-8EDE998E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模型循环与工具调用</a:t>
            </a:r>
          </a:p>
        </p:txBody>
      </p:sp>
      <p:sp>
        <p:nvSpPr>
          <p:cNvPr id="7" name="text-513">
            <a:extLst xmlns:a="http://schemas.openxmlformats.org/drawingml/2006/main">
              <a:ext uri="{FF2B5EF4-FFF2-40B4-BE49-F238E27FC236}">
                <a16:creationId xmlns:a16="http://schemas.microsoft.com/office/drawing/2014/main" id="{C18852B6-820D-4323-B1ED-23A97C021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94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data.py</a:t>
            </a:r>
          </a:p>
        </p:txBody>
      </p:sp>
      <p:sp>
        <p:nvSpPr>
          <p:cNvPr id="8" name="text-514">
            <a:extLst xmlns:a="http://schemas.openxmlformats.org/drawingml/2006/main">
              <a:ext uri="{FF2B5EF4-FFF2-40B4-BE49-F238E27FC236}">
                <a16:creationId xmlns:a16="http://schemas.microsoft.com/office/drawing/2014/main" id="{0D39D6D9-7507-40D4-AC71-DE7CEF08D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861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分片读取、清洗与索引</a:t>
            </a:r>
          </a:p>
        </p:txBody>
      </p:sp>
      <p:sp>
        <p:nvSpPr>
          <p:cNvPr id="9" name="text-515">
            <a:extLst xmlns:a="http://schemas.openxmlformats.org/drawingml/2006/main">
              <a:ext uri="{FF2B5EF4-FFF2-40B4-BE49-F238E27FC236}">
                <a16:creationId xmlns:a16="http://schemas.microsoft.com/office/drawing/2014/main" id="{30AAD29A-3613-475B-B595-184B2595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analysis.py / standards.py</a:t>
            </a:r>
          </a:p>
        </p:txBody>
      </p:sp>
      <p:sp>
        <p:nvSpPr>
          <p:cNvPr id="10" name="text-516">
            <a:extLst xmlns:a="http://schemas.openxmlformats.org/drawingml/2006/main">
              <a:ext uri="{FF2B5EF4-FFF2-40B4-BE49-F238E27FC236}">
                <a16:creationId xmlns:a16="http://schemas.microsoft.com/office/drawing/2014/main" id="{FC8EE0A4-27A1-4B25-B496-7E1A0393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统计聚合与国标口径</a:t>
            </a:r>
          </a:p>
        </p:txBody>
      </p:sp>
      <p:sp>
        <p:nvSpPr>
          <p:cNvPr id="11" name="text-517">
            <a:extLst xmlns:a="http://schemas.openxmlformats.org/drawingml/2006/main">
              <a:ext uri="{FF2B5EF4-FFF2-40B4-BE49-F238E27FC236}">
                <a16:creationId xmlns:a16="http://schemas.microsoft.com/office/drawing/2014/main" id="{F4E3E4ED-1AC8-43DF-A757-92DA4C49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charts.py</a:t>
            </a:r>
          </a:p>
        </p:txBody>
      </p:sp>
      <p:sp>
        <p:nvSpPr>
          <p:cNvPr id="12" name="text-518">
            <a:extLst xmlns:a="http://schemas.openxmlformats.org/drawingml/2006/main">
              <a:ext uri="{FF2B5EF4-FFF2-40B4-BE49-F238E27FC236}">
                <a16:creationId xmlns:a16="http://schemas.microsoft.com/office/drawing/2014/main" id="{062B8820-33DB-44A8-80A8-589673BC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434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SVG、CSV、JSON、HTML 导出</a:t>
            </a:r>
          </a:p>
        </p:txBody>
      </p:sp>
      <p:sp>
        <p:nvSpPr>
          <p:cNvPr id="13" name="text-519">
            <a:extLst xmlns:a="http://schemas.openxmlformats.org/drawingml/2006/main">
              <a:ext uri="{FF2B5EF4-FFF2-40B4-BE49-F238E27FC236}">
                <a16:creationId xmlns:a16="http://schemas.microsoft.com/office/drawing/2014/main" id="{243B49AD-70BE-47CE-A988-E630A90B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33975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macOS：启动.command　Windows：启动.bat</a:t>
            </a:r>
          </a:p>
        </p:txBody>
      </p:sp>
      <p:sp>
        <p:nvSpPr>
          <p:cNvPr id="14" name="text-520">
            <a:extLst xmlns:a="http://schemas.openxmlformats.org/drawingml/2006/main">
              <a:ext uri="{FF2B5EF4-FFF2-40B4-BE49-F238E27FC236}">
                <a16:creationId xmlns:a16="http://schemas.microsoft.com/office/drawing/2014/main" id="{6AC4515E-0E6E-45AA-ABAD-2CCC5D822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57400"/>
            <a:ext cx="189547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51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51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51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51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51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51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51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51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51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51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51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5100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30</a:t>
            </a:r>
          </a:p>
        </p:txBody>
      </p:sp>
      <p:sp>
        <p:nvSpPr>
          <p:cNvPr id="15" name="text-521">
            <a:extLst xmlns:a="http://schemas.openxmlformats.org/drawingml/2006/main">
              <a:ext uri="{FF2B5EF4-FFF2-40B4-BE49-F238E27FC236}">
                <a16:creationId xmlns:a16="http://schemas.microsoft.com/office/drawing/2014/main" id="{F1960D40-23B5-457E-8A77-90C637EC3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257425"/>
            <a:ext cx="2762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项定向自动化测试通过</a:t>
            </a:r>
          </a:p>
        </p:txBody>
      </p:sp>
      <p:sp>
        <p:nvSpPr>
          <p:cNvPr id="16" name="text-522">
            <a:extLst xmlns:a="http://schemas.openxmlformats.org/drawingml/2006/main">
              <a:ext uri="{FF2B5EF4-FFF2-40B4-BE49-F238E27FC236}">
                <a16:creationId xmlns:a16="http://schemas.microsoft.com/office/drawing/2014/main" id="{07F3196F-F374-41E4-A163-333F4A79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62300"/>
            <a:ext cx="295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✓</a:t>
            </a:r>
          </a:p>
        </p:txBody>
      </p:sp>
      <p:sp>
        <p:nvSpPr>
          <p:cNvPr id="17" name="text-523">
            <a:extLst xmlns:a="http://schemas.openxmlformats.org/drawingml/2006/main">
              <a:ext uri="{FF2B5EF4-FFF2-40B4-BE49-F238E27FC236}">
                <a16:creationId xmlns:a16="http://schemas.microsoft.com/office/drawing/2014/main" id="{67732AE8-9C2D-4387-BB1B-67054BC1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162300"/>
            <a:ext cx="1276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核心口径</a:t>
            </a:r>
          </a:p>
        </p:txBody>
      </p:sp>
      <p:sp>
        <p:nvSpPr>
          <p:cNvPr id="18" name="text-524">
            <a:extLst xmlns:a="http://schemas.openxmlformats.org/drawingml/2006/main">
              <a:ext uri="{FF2B5EF4-FFF2-40B4-BE49-F238E27FC236}">
                <a16:creationId xmlns:a16="http://schemas.microsoft.com/office/drawing/2014/main" id="{3C471931-7456-406D-9652-2446AEFF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62300"/>
            <a:ext cx="2943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阈值、缺失分母、年/月有效性</a:t>
            </a:r>
          </a:p>
        </p:txBody>
      </p:sp>
      <p:sp>
        <p:nvSpPr>
          <p:cNvPr id="19" name="text-525">
            <a:extLst xmlns:a="http://schemas.openxmlformats.org/drawingml/2006/main">
              <a:ext uri="{FF2B5EF4-FFF2-40B4-BE49-F238E27FC236}">
                <a16:creationId xmlns:a16="http://schemas.microsoft.com/office/drawing/2014/main" id="{7AF6166B-8B1B-48DE-BA0D-9EF1FD48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648075"/>
            <a:ext cx="295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✓</a:t>
            </a:r>
          </a:p>
        </p:txBody>
      </p:sp>
      <p:sp>
        <p:nvSpPr>
          <p:cNvPr id="20" name="text-526">
            <a:extLst xmlns:a="http://schemas.openxmlformats.org/drawingml/2006/main">
              <a:ext uri="{FF2B5EF4-FFF2-40B4-BE49-F238E27FC236}">
                <a16:creationId xmlns:a16="http://schemas.microsoft.com/office/drawing/2014/main" id="{9C63B2C4-1B5C-493E-A419-EB6FDD37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48075"/>
            <a:ext cx="1276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数据工程</a:t>
            </a:r>
          </a:p>
        </p:txBody>
      </p:sp>
      <p:sp>
        <p:nvSpPr>
          <p:cNvPr id="21" name="text-527">
            <a:extLst xmlns:a="http://schemas.openxmlformats.org/drawingml/2006/main">
              <a:ext uri="{FF2B5EF4-FFF2-40B4-BE49-F238E27FC236}">
                <a16:creationId xmlns:a16="http://schemas.microsoft.com/office/drawing/2014/main" id="{B3297ED8-64B6-44CF-86BB-BF6F99C8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648075"/>
            <a:ext cx="2943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跨分片去重、编码与缓存</a:t>
            </a:r>
          </a:p>
        </p:txBody>
      </p:sp>
      <p:sp>
        <p:nvSpPr>
          <p:cNvPr id="22" name="text-528">
            <a:extLst xmlns:a="http://schemas.openxmlformats.org/drawingml/2006/main">
              <a:ext uri="{FF2B5EF4-FFF2-40B4-BE49-F238E27FC236}">
                <a16:creationId xmlns:a16="http://schemas.microsoft.com/office/drawing/2014/main" id="{89689463-7C8C-4C7D-9ADC-FED426D53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33850"/>
            <a:ext cx="295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✓</a:t>
            </a:r>
          </a:p>
        </p:txBody>
      </p:sp>
      <p:sp>
        <p:nvSpPr>
          <p:cNvPr id="23" name="text-529">
            <a:extLst xmlns:a="http://schemas.openxmlformats.org/drawingml/2006/main">
              <a:ext uri="{FF2B5EF4-FFF2-40B4-BE49-F238E27FC236}">
                <a16:creationId xmlns:a16="http://schemas.microsoft.com/office/drawing/2014/main" id="{460FC8D3-72C6-479C-8038-7B808196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133850"/>
            <a:ext cx="1276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Agent 集成</a:t>
            </a:r>
          </a:p>
        </p:txBody>
      </p:sp>
      <p:sp>
        <p:nvSpPr>
          <p:cNvPr id="24" name="text-530">
            <a:extLst xmlns:a="http://schemas.openxmlformats.org/drawingml/2006/main">
              <a:ext uri="{FF2B5EF4-FFF2-40B4-BE49-F238E27FC236}">
                <a16:creationId xmlns:a16="http://schemas.microsoft.com/office/drawing/2014/main" id="{803C1760-7C51-4870-AF8E-656D5198C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33850"/>
            <a:ext cx="2943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工具观察回传、纠错与多轮上下文</a:t>
            </a:r>
          </a:p>
        </p:txBody>
      </p:sp>
      <p:sp>
        <p:nvSpPr>
          <p:cNvPr id="25" name="text-531">
            <a:extLst xmlns:a="http://schemas.openxmlformats.org/drawingml/2006/main">
              <a:ext uri="{FF2B5EF4-FFF2-40B4-BE49-F238E27FC236}">
                <a16:creationId xmlns:a16="http://schemas.microsoft.com/office/drawing/2014/main" id="{9881AD65-7917-47BB-8031-357D807A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19625"/>
            <a:ext cx="295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✓</a:t>
            </a:r>
          </a:p>
        </p:txBody>
      </p:sp>
      <p:sp>
        <p:nvSpPr>
          <p:cNvPr id="26" name="text-532">
            <a:extLst xmlns:a="http://schemas.openxmlformats.org/drawingml/2006/main">
              <a:ext uri="{FF2B5EF4-FFF2-40B4-BE49-F238E27FC236}">
                <a16:creationId xmlns:a16="http://schemas.microsoft.com/office/drawing/2014/main" id="{BDF2D3F9-C603-4A71-9930-5A656078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619625"/>
            <a:ext cx="1276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真实演示</a:t>
            </a:r>
          </a:p>
        </p:txBody>
      </p:sp>
      <p:sp>
        <p:nvSpPr>
          <p:cNvPr id="27" name="text-533">
            <a:extLst xmlns:a="http://schemas.openxmlformats.org/drawingml/2006/main">
              <a:ext uri="{FF2B5EF4-FFF2-40B4-BE49-F238E27FC236}">
                <a16:creationId xmlns:a16="http://schemas.microsoft.com/office/drawing/2014/main" id="{25364EDC-1B25-41AD-9B10-407CBEA9E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619625"/>
            <a:ext cx="2943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三道示例、多结果、历史与下载</a:t>
            </a:r>
          </a:p>
        </p:txBody>
      </p:sp>
      <p:sp>
        <p:nvSpPr>
          <p:cNvPr id="28" name="rect-534">
            <a:extLst xmlns:a="http://schemas.openxmlformats.org/drawingml/2006/main">
              <a:ext uri="{FF2B5EF4-FFF2-40B4-BE49-F238E27FC236}">
                <a16:creationId xmlns:a16="http://schemas.microsoft.com/office/drawing/2014/main" id="{C432D3BB-B564-4298-85A5-32F809CA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543550"/>
            <a:ext cx="10820400" cy="657225"/>
          </a:xfrm>
          <a:prstGeom xmlns:a="http://schemas.openxmlformats.org/drawingml/2006/main" prst="roundRect">
            <a:avLst>
              <a:gd name="adj" fmla="val 7246"/>
            </a:avLst>
          </a:prstGeom>
          <a:solidFill xmlns:a="http://schemas.openxmlformats.org/drawingml/2006/main">
            <a:srgbClr val="153D3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text-535">
            <a:extLst xmlns:a="http://schemas.openxmlformats.org/drawingml/2006/main">
              <a:ext uri="{FF2B5EF4-FFF2-40B4-BE49-F238E27FC236}">
                <a16:creationId xmlns:a16="http://schemas.microsoft.com/office/drawing/2014/main" id="{A168D896-45A2-4248-AB6D-3C777BFF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5657850"/>
            <a:ext cx="10420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Python 3.10+ · 无额外 pip 依赖 · 双击启动脚本 · 数据本地就绪</a:t>
            </a:r>
          </a:p>
        </p:txBody>
      </p:sp>
      <p:sp>
        <p:nvSpPr>
          <p:cNvPr id="30" name="text-536">
            <a:extLst xmlns:a="http://schemas.openxmlformats.org/drawingml/2006/main">
              <a:ext uri="{FF2B5EF4-FFF2-40B4-BE49-F238E27FC236}">
                <a16:creationId xmlns:a16="http://schemas.microsoft.com/office/drawing/2014/main" id="{4FD0CFC4-39B6-46FA-9932-5AC2A17C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72225"/>
            <a:ext cx="1091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0786E"/>
                </a:solidFill>
                <a:latin typeface="PingFang SC"/>
                <a:ea typeface="PingFang SC"/>
                <a:cs typeface="PingFang SC"/>
              </a:rPr>
              <a:t>README / requirements.txt / 数据说明 / 测试证据 / PPT / 讲稿均随项目提供，模型分析使用 DeepSeek API。</a:t>
            </a:r>
          </a:p>
        </p:txBody>
      </p:sp>
    </p:spTree>
    <p:extLst>
      <p:ext uri="{BB962C8B-B14F-4D97-AF65-F5344CB8AC3E}">
        <p14:creationId xmlns:p14="http://schemas.microsoft.com/office/powerpoint/2010/main" val="919169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2026-10-19T01:16:18.1520000Z</dcterms:created>
  <dcterms:modified xsi:type="dcterms:W3CDTF">2026-10-19T01:16:18.1520000Z</dcterms:modified>
</coreProperties>
</file>